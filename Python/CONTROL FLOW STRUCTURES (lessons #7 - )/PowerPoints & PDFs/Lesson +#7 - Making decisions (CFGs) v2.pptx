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3" r:id="rId3"/>
    <p:sldId id="267" r:id="rId4"/>
    <p:sldId id="256" r:id="rId5"/>
    <p:sldId id="268" r:id="rId6"/>
    <p:sldId id="269" r:id="rId7"/>
    <p:sldId id="264" r:id="rId8"/>
    <p:sldId id="262" r:id="rId9"/>
    <p:sldId id="265" r:id="rId10"/>
    <p:sldId id="266" r:id="rId11"/>
    <p:sldId id="270" r:id="rId12"/>
    <p:sldId id="274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1179"/>
    <a:srgbClr val="8A008A"/>
    <a:srgbClr val="FF00FF"/>
    <a:srgbClr val="8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71" autoAdjust="0"/>
    <p:restoredTop sz="94660"/>
  </p:normalViewPr>
  <p:slideViewPr>
    <p:cSldViewPr snapToGrid="0">
      <p:cViewPr varScale="1">
        <p:scale>
          <a:sx n="69" d="100"/>
          <a:sy n="69" d="100"/>
        </p:scale>
        <p:origin x="72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84A31F-C53C-88D5-3277-37C9471D37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0EEF6F1-7E19-4FDF-35A0-D27500648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0E5344-1BDF-C77C-DDF1-B529C9DCB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FD52073-8620-2A2F-F3FD-636A475E5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2B4BE6-9FBF-A6B5-A2BB-8EB5F142A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456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CD43ED-C264-4CAF-2341-7BD624817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B0E29E-5420-C7C8-309A-AB88BDE9A3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832963D-DB98-A6E7-336C-C9292EBC9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61F75A-2BBA-B24A-70F3-B06C15400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76937B-E24F-3CC2-4CC9-418A28E6D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019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0E7A5B-7415-BFEE-EE8F-4F5BD09A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F226380-3871-62F1-2A2B-7118D5ECB6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70D63E8-3ED7-C8D4-B84A-FAF80098B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171AE20-22FB-100A-FF79-1C0996E7F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4B2E69-A42D-EA53-A09F-00660CBD2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5832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D1B0D2-B16F-087C-9FBF-5AB664896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494761C-CC1D-E975-E002-513ABC1779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2E4CCD5-719C-1E18-8CB1-0567AD5D99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9347154-A4F4-F2A7-D5D2-AD863EF8F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1ABFF31-1594-25F6-1642-DEFE103D4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50BD27F-2422-C04B-7B50-0815B6DE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297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BC28A7-D36D-6DEF-A6D2-651CB4D34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B392A57-35F4-5A90-37DB-E974167314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4FE6191-18C4-819C-25DC-5BFDEE93E2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52DCD34-CA42-71B1-CCA6-231C4F0494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4B352DD-BAD0-E812-EAE6-1C168FB4A5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3F01A68-C1F4-9053-ED63-5829D4227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146CC23-758F-48CE-60C4-45620813A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F290276-067B-D3B6-37F9-D58E2ED46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636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F5216D-B928-5E66-3DC2-B69849DD5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9825F202-CB70-3A05-564B-5523F4D90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93ED20F-8D8A-594A-BF5C-4379C57245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9426861-3196-FC32-58D2-1441F22A3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5840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FD97587-9B5F-21A6-367E-99530EE98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BF3E0E86-1073-7D34-70AC-91D89055F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975EA0D-E1F1-05FC-0519-FE5FD973A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085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FF367-7C85-A2D5-F1DC-691F43F61C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92562-B81F-1D07-D77F-08D8ADB5A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E7ADA89-5826-EACB-A7B7-3C4278E98D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756AE3A-6080-0783-065D-28D57D5E8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32EEE1E-FDF8-11C2-E356-792126A72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B674140-8A34-AA45-EA6A-440F15B5E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983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5598CA-B0BD-FCEC-8EDA-A7AE8DD42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A619CF9-56FE-E63C-6E7D-9202624522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262A051-756A-322F-3792-56B6E84E88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D94223A-89D8-567E-0AE6-3F7E80E5A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4F2C310-88C9-F68B-DE15-6CC7285C5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CC3902F-77C5-8197-11FA-B90BFF26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441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83445D-FEF1-5453-ACDC-4FE2EDCFD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D0B6E7E-6816-FDC8-B316-08D32E5098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DE31035-40F4-96B1-F55D-DC8155083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634547B-FB11-DBBC-47E5-95452D1FC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18710F4-A46E-E302-B97E-264A92CB6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6289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EB2395B-4E02-D6C7-058E-5A06B74416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197DCFC-BCC1-EAA4-31DE-672ACA0A23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3602019-92D4-E624-B343-15C7A3D3C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7FDB18-98E6-4A2B-A3F6-0B25054C7CB3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FA7894-C117-2614-141C-838B7394D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8ADCB92-5881-7A99-942A-0B33E16DD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147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4AD6C4E-7813-BF7D-7198-E54382318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A11F191-01D7-C807-AAEF-23F504C4D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BF288F0-0448-3278-9292-853D1A289E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7FDB18-98E6-4A2B-A3F6-0B25054C7CB3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4B95982-F410-2B95-D78A-C6D8855D18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4CF9B4E-51EF-E20C-E88E-B81137202E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8EC4F3-1F32-49D7-B76B-98F44B825E5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748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5D28C3-34E9-607A-9888-1FFC40D65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Lesson</a:t>
            </a:r>
            <a:r>
              <a:rPr lang="es-AR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#7</a:t>
            </a:r>
            <a:endParaRPr lang="en-US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7D142D8-A4A7-EBD7-A992-1C553FFEC3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AR" dirty="0"/>
              <a:t>	</a:t>
            </a:r>
          </a:p>
          <a:p>
            <a:pPr marL="0" indent="0">
              <a:buNone/>
            </a:pP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Making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Decisions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  <a:endParaRPr lang="en-US" sz="2400" i="1" dirty="0">
              <a:solidFill>
                <a:schemeClr val="bg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972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8A8282-CFEC-FBE9-42F0-CC6FCBD8B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57" y="1199952"/>
            <a:ext cx="5043060" cy="3400742"/>
          </a:xfrm>
        </p:spPr>
        <p:txBody>
          <a:bodyPr>
            <a:normAutofit/>
          </a:bodyPr>
          <a:lstStyle/>
          <a:p>
            <a:r>
              <a:rPr lang="en-US" dirty="0"/>
              <a:t>Up to now,</a:t>
            </a:r>
            <a:br>
              <a:rPr lang="en-US" dirty="0"/>
            </a:br>
            <a:r>
              <a:rPr lang="en-US" dirty="0"/>
              <a:t>our code has been</a:t>
            </a:r>
            <a:br>
              <a:rPr lang="en-US" dirty="0"/>
            </a:br>
            <a:r>
              <a:rPr lang="en-US" dirty="0"/>
              <a:t>“sequential”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F0C19BBC-F86F-0FFB-9349-F8556582999C}"/>
              </a:ext>
            </a:extLst>
          </p:cNvPr>
          <p:cNvSpPr/>
          <p:nvPr/>
        </p:nvSpPr>
        <p:spPr>
          <a:xfrm>
            <a:off x="8470326" y="568036"/>
            <a:ext cx="21699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2A3EEAFB-2FD2-ABF1-5B69-F8FAA83CC4F2}"/>
              </a:ext>
            </a:extLst>
          </p:cNvPr>
          <p:cNvSpPr/>
          <p:nvPr/>
        </p:nvSpPr>
        <p:spPr>
          <a:xfrm>
            <a:off x="8082402" y="3311240"/>
            <a:ext cx="31120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60041B70-9D83-F1E5-376A-AD0A9E085B14}"/>
              </a:ext>
            </a:extLst>
          </p:cNvPr>
          <p:cNvSpPr/>
          <p:nvPr/>
        </p:nvSpPr>
        <p:spPr>
          <a:xfrm>
            <a:off x="8162927" y="4488877"/>
            <a:ext cx="2473027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F5D017C-25C7-15FE-F31A-1BACDA02DC24}"/>
              </a:ext>
            </a:extLst>
          </p:cNvPr>
          <p:cNvSpPr txBox="1"/>
          <p:nvPr/>
        </p:nvSpPr>
        <p:spPr>
          <a:xfrm>
            <a:off x="9613323" y="1792164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AA15CB5-BFFA-1F30-D908-1D4DAD807F32}"/>
              </a:ext>
            </a:extLst>
          </p:cNvPr>
          <p:cNvSpPr txBox="1"/>
          <p:nvPr/>
        </p:nvSpPr>
        <p:spPr>
          <a:xfrm>
            <a:off x="9638435" y="247466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F50BBEF-A85E-1020-5A35-B35343CCDD4A}"/>
              </a:ext>
            </a:extLst>
          </p:cNvPr>
          <p:cNvSpPr txBox="1"/>
          <p:nvPr/>
        </p:nvSpPr>
        <p:spPr>
          <a:xfrm>
            <a:off x="9700783" y="3025036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3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EECC523E-5571-9AC8-C50A-0676E60108F4}"/>
              </a:ext>
            </a:extLst>
          </p:cNvPr>
          <p:cNvSpPr txBox="1"/>
          <p:nvPr/>
        </p:nvSpPr>
        <p:spPr>
          <a:xfrm>
            <a:off x="9562233" y="4202675"/>
            <a:ext cx="955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4</a:t>
            </a:r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1925F722-36E7-008F-13AF-3EF4C4F23BBB}"/>
              </a:ext>
            </a:extLst>
          </p:cNvPr>
          <p:cNvCxnSpPr>
            <a:cxnSpLocks/>
          </p:cNvCxnSpPr>
          <p:nvPr/>
        </p:nvCxnSpPr>
        <p:spPr>
          <a:xfrm>
            <a:off x="9243579" y="1274617"/>
            <a:ext cx="0" cy="76200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ECDD468A-23CC-BF41-E4D2-C203053ED2D0}"/>
              </a:ext>
            </a:extLst>
          </p:cNvPr>
          <p:cNvCxnSpPr>
            <a:cxnSpLocks/>
          </p:cNvCxnSpPr>
          <p:nvPr/>
        </p:nvCxnSpPr>
        <p:spPr>
          <a:xfrm flipH="1">
            <a:off x="9229722" y="2798287"/>
            <a:ext cx="13857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DD31C7A5-8667-0C85-24D1-F93665022ACE}"/>
              </a:ext>
            </a:extLst>
          </p:cNvPr>
          <p:cNvCxnSpPr>
            <a:cxnSpLocks/>
          </p:cNvCxnSpPr>
          <p:nvPr/>
        </p:nvCxnSpPr>
        <p:spPr>
          <a:xfrm>
            <a:off x="9229721" y="3988803"/>
            <a:ext cx="0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n 16">
            <a:extLst>
              <a:ext uri="{FF2B5EF4-FFF2-40B4-BE49-F238E27FC236}">
                <a16:creationId xmlns:a16="http://schemas.microsoft.com/office/drawing/2014/main" id="{40A3F79A-8332-7A07-EFEC-EEC4613F7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37" y="4464480"/>
            <a:ext cx="5763429" cy="1819529"/>
          </a:xfrm>
          <a:prstGeom prst="rect">
            <a:avLst/>
          </a:prstGeom>
        </p:spPr>
      </p:pic>
      <p:sp>
        <p:nvSpPr>
          <p:cNvPr id="18" name="CuadroTexto 17">
            <a:extLst>
              <a:ext uri="{FF2B5EF4-FFF2-40B4-BE49-F238E27FC236}">
                <a16:creationId xmlns:a16="http://schemas.microsoft.com/office/drawing/2014/main" id="{6BF2E410-1D83-B239-0FCF-CF8917B0B566}"/>
              </a:ext>
            </a:extLst>
          </p:cNvPr>
          <p:cNvSpPr txBox="1"/>
          <p:nvPr/>
        </p:nvSpPr>
        <p:spPr>
          <a:xfrm>
            <a:off x="8744816" y="648138"/>
            <a:ext cx="18954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name = “Azul “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656331B6-5A81-B12E-BC2D-A2C85C6DB96A}"/>
              </a:ext>
            </a:extLst>
          </p:cNvPr>
          <p:cNvSpPr/>
          <p:nvPr/>
        </p:nvSpPr>
        <p:spPr>
          <a:xfrm>
            <a:off x="8470325" y="2113153"/>
            <a:ext cx="2169966" cy="60960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584D2997-6AB4-B2CD-72A5-60B15DC450B7}"/>
              </a:ext>
            </a:extLst>
          </p:cNvPr>
          <p:cNvSpPr txBox="1"/>
          <p:nvPr/>
        </p:nvSpPr>
        <p:spPr>
          <a:xfrm>
            <a:off x="8573370" y="2221941"/>
            <a:ext cx="21422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surname = “Cian“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E6ACEE6E-CFAD-FFBE-4DB0-10A7AE9870B8}"/>
              </a:ext>
            </a:extLst>
          </p:cNvPr>
          <p:cNvSpPr txBox="1"/>
          <p:nvPr/>
        </p:nvSpPr>
        <p:spPr>
          <a:xfrm>
            <a:off x="8421837" y="3415774"/>
            <a:ext cx="27172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 err="1"/>
              <a:t>full_name</a:t>
            </a:r>
            <a:r>
              <a:rPr lang="en-US" sz="2000" i="1" dirty="0"/>
              <a:t> = “Azul Cian“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4FB011D-956E-659C-D8E6-76013AB6E882}"/>
              </a:ext>
            </a:extLst>
          </p:cNvPr>
          <p:cNvSpPr txBox="1"/>
          <p:nvPr/>
        </p:nvSpPr>
        <p:spPr>
          <a:xfrm>
            <a:off x="8493705" y="4616034"/>
            <a:ext cx="21422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/>
              <a:t>print(“Azul Cian”)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D7D88635-9A7F-7721-B06B-76F3E88E067E}"/>
              </a:ext>
            </a:extLst>
          </p:cNvPr>
          <p:cNvSpPr txBox="1"/>
          <p:nvPr/>
        </p:nvSpPr>
        <p:spPr>
          <a:xfrm>
            <a:off x="8411872" y="5736544"/>
            <a:ext cx="23223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i="1" dirty="0">
                <a:latin typeface="Cascadia Code SemiLight" panose="020B0609020000020004" pitchFamily="49" charset="0"/>
                <a:cs typeface="Cascadia Code SemiLight" panose="020B0609020000020004" pitchFamily="49" charset="0"/>
              </a:rPr>
              <a:t>Azul Cian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61EA1A3-C516-E8E0-6560-45B95E2DBA68}"/>
              </a:ext>
            </a:extLst>
          </p:cNvPr>
          <p:cNvSpPr txBox="1"/>
          <p:nvPr/>
        </p:nvSpPr>
        <p:spPr>
          <a:xfrm>
            <a:off x="7162367" y="5751933"/>
            <a:ext cx="12079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Output:</a:t>
            </a:r>
          </a:p>
        </p:txBody>
      </p: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69F67F57-5436-4CCC-D0CE-6ACEDC363664}"/>
              </a:ext>
            </a:extLst>
          </p:cNvPr>
          <p:cNvCxnSpPr>
            <a:cxnSpLocks/>
          </p:cNvCxnSpPr>
          <p:nvPr/>
        </p:nvCxnSpPr>
        <p:spPr>
          <a:xfrm>
            <a:off x="9193348" y="5254800"/>
            <a:ext cx="0" cy="45027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upo 31">
            <a:extLst>
              <a:ext uri="{FF2B5EF4-FFF2-40B4-BE49-F238E27FC236}">
                <a16:creationId xmlns:a16="http://schemas.microsoft.com/office/drawing/2014/main" id="{08C2A172-E275-2013-1529-C1EFCD857264}"/>
              </a:ext>
            </a:extLst>
          </p:cNvPr>
          <p:cNvGrpSpPr/>
          <p:nvPr/>
        </p:nvGrpSpPr>
        <p:grpSpPr>
          <a:xfrm>
            <a:off x="692015" y="65728"/>
            <a:ext cx="10834965" cy="6144134"/>
            <a:chOff x="692015" y="65728"/>
            <a:chExt cx="10834965" cy="6144134"/>
          </a:xfrm>
        </p:grpSpPr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9DD8FD30-0295-3D3B-945F-E1D5C10A637B}"/>
                </a:ext>
              </a:extLst>
            </p:cNvPr>
            <p:cNvSpPr txBox="1"/>
            <p:nvPr/>
          </p:nvSpPr>
          <p:spPr>
            <a:xfrm>
              <a:off x="3235901" y="65728"/>
              <a:ext cx="312766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This is a </a:t>
              </a:r>
              <a:r>
                <a:rPr lang="en-US" b="1" dirty="0"/>
                <a:t>CFG</a:t>
              </a:r>
              <a:r>
                <a:rPr lang="en-US" dirty="0"/>
                <a:t> (Control Flow Graph)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EDAD14AC-9EBB-3B17-3F81-C6313F76FBD2}"/>
                </a:ext>
              </a:extLst>
            </p:cNvPr>
            <p:cNvSpPr txBox="1"/>
            <p:nvPr/>
          </p:nvSpPr>
          <p:spPr>
            <a:xfrm>
              <a:off x="692015" y="65728"/>
              <a:ext cx="26085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solidFill>
                    <a:schemeClr val="bg2">
                      <a:lumMod val="50000"/>
                    </a:schemeClr>
                  </a:solidFill>
                </a:rPr>
                <a:t>(It just means “drawing where the code goes!”)</a:t>
              </a:r>
            </a:p>
          </p:txBody>
        </p:sp>
        <p:sp>
          <p:nvSpPr>
            <p:cNvPr id="29" name="Forma libre: forma 28">
              <a:extLst>
                <a:ext uri="{FF2B5EF4-FFF2-40B4-BE49-F238E27FC236}">
                  <a16:creationId xmlns:a16="http://schemas.microsoft.com/office/drawing/2014/main" id="{44235E15-2D24-79E3-BDAB-0783A02AF7EB}"/>
                </a:ext>
              </a:extLst>
            </p:cNvPr>
            <p:cNvSpPr/>
            <p:nvPr/>
          </p:nvSpPr>
          <p:spPr>
            <a:xfrm>
              <a:off x="6054223" y="209185"/>
              <a:ext cx="928254" cy="222947"/>
            </a:xfrm>
            <a:custGeom>
              <a:avLst/>
              <a:gdLst>
                <a:gd name="connsiteX0" fmla="*/ 0 w 928254"/>
                <a:gd name="connsiteY0" fmla="*/ 124691 h 222947"/>
                <a:gd name="connsiteX1" fmla="*/ 180109 w 928254"/>
                <a:gd name="connsiteY1" fmla="*/ 55418 h 222947"/>
                <a:gd name="connsiteX2" fmla="*/ 263236 w 928254"/>
                <a:gd name="connsiteY2" fmla="*/ 13854 h 222947"/>
                <a:gd name="connsiteX3" fmla="*/ 304800 w 928254"/>
                <a:gd name="connsiteY3" fmla="*/ 0 h 222947"/>
                <a:gd name="connsiteX4" fmla="*/ 609600 w 928254"/>
                <a:gd name="connsiteY4" fmla="*/ 27709 h 222947"/>
                <a:gd name="connsiteX5" fmla="*/ 692727 w 928254"/>
                <a:gd name="connsiteY5" fmla="*/ 41563 h 222947"/>
                <a:gd name="connsiteX6" fmla="*/ 734291 w 928254"/>
                <a:gd name="connsiteY6" fmla="*/ 69273 h 222947"/>
                <a:gd name="connsiteX7" fmla="*/ 789709 w 928254"/>
                <a:gd name="connsiteY7" fmla="*/ 96982 h 222947"/>
                <a:gd name="connsiteX8" fmla="*/ 872836 w 928254"/>
                <a:gd name="connsiteY8" fmla="*/ 221673 h 222947"/>
                <a:gd name="connsiteX9" fmla="*/ 914400 w 928254"/>
                <a:gd name="connsiteY9" fmla="*/ 152400 h 222947"/>
                <a:gd name="connsiteX10" fmla="*/ 928254 w 928254"/>
                <a:gd name="connsiteY10" fmla="*/ 83127 h 222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28254" h="222947">
                  <a:moveTo>
                    <a:pt x="0" y="124691"/>
                  </a:moveTo>
                  <a:cubicBezTo>
                    <a:pt x="213321" y="18029"/>
                    <a:pt x="-55320" y="145968"/>
                    <a:pt x="180109" y="55418"/>
                  </a:cubicBezTo>
                  <a:cubicBezTo>
                    <a:pt x="209024" y="44297"/>
                    <a:pt x="234926" y="26436"/>
                    <a:pt x="263236" y="13854"/>
                  </a:cubicBezTo>
                  <a:cubicBezTo>
                    <a:pt x="276581" y="7923"/>
                    <a:pt x="290945" y="4618"/>
                    <a:pt x="304800" y="0"/>
                  </a:cubicBezTo>
                  <a:lnTo>
                    <a:pt x="609600" y="27709"/>
                  </a:lnTo>
                  <a:cubicBezTo>
                    <a:pt x="637531" y="30702"/>
                    <a:pt x="666077" y="32680"/>
                    <a:pt x="692727" y="41563"/>
                  </a:cubicBezTo>
                  <a:cubicBezTo>
                    <a:pt x="708524" y="46829"/>
                    <a:pt x="719834" y="61012"/>
                    <a:pt x="734291" y="69273"/>
                  </a:cubicBezTo>
                  <a:cubicBezTo>
                    <a:pt x="752223" y="79520"/>
                    <a:pt x="771236" y="87746"/>
                    <a:pt x="789709" y="96982"/>
                  </a:cubicBezTo>
                  <a:cubicBezTo>
                    <a:pt x="793307" y="107776"/>
                    <a:pt x="818886" y="237087"/>
                    <a:pt x="872836" y="221673"/>
                  </a:cubicBezTo>
                  <a:cubicBezTo>
                    <a:pt x="898728" y="214275"/>
                    <a:pt x="900545" y="175491"/>
                    <a:pt x="914400" y="152400"/>
                  </a:cubicBezTo>
                  <a:lnTo>
                    <a:pt x="928254" y="83127"/>
                  </a:lnTo>
                </a:path>
              </a:pathLst>
            </a:custGeom>
            <a:ln w="28575">
              <a:solidFill>
                <a:srgbClr val="7030A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orma libre: forma 29">
              <a:extLst>
                <a:ext uri="{FF2B5EF4-FFF2-40B4-BE49-F238E27FC236}">
                  <a16:creationId xmlns:a16="http://schemas.microsoft.com/office/drawing/2014/main" id="{1AB03CF4-AEAB-7CF8-09B2-E3D6A3C8B793}"/>
                </a:ext>
              </a:extLst>
            </p:cNvPr>
            <p:cNvSpPr/>
            <p:nvPr/>
          </p:nvSpPr>
          <p:spPr>
            <a:xfrm>
              <a:off x="6683306" y="415363"/>
              <a:ext cx="247650" cy="16769"/>
            </a:xfrm>
            <a:custGeom>
              <a:avLst/>
              <a:gdLst>
                <a:gd name="connsiteX0" fmla="*/ 247650 w 247650"/>
                <a:gd name="connsiteY0" fmla="*/ 16669 h 16769"/>
                <a:gd name="connsiteX1" fmla="*/ 180975 w 247650"/>
                <a:gd name="connsiteY1" fmla="*/ 16669 h 16769"/>
                <a:gd name="connsiteX2" fmla="*/ 50007 w 247650"/>
                <a:gd name="connsiteY2" fmla="*/ 11906 h 16769"/>
                <a:gd name="connsiteX3" fmla="*/ 38100 w 247650"/>
                <a:gd name="connsiteY3" fmla="*/ 9525 h 16769"/>
                <a:gd name="connsiteX4" fmla="*/ 30957 w 247650"/>
                <a:gd name="connsiteY4" fmla="*/ 7144 h 16769"/>
                <a:gd name="connsiteX5" fmla="*/ 19050 w 247650"/>
                <a:gd name="connsiteY5" fmla="*/ 4763 h 16769"/>
                <a:gd name="connsiteX6" fmla="*/ 0 w 247650"/>
                <a:gd name="connsiteY6" fmla="*/ 0 h 167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7650" h="16769">
                  <a:moveTo>
                    <a:pt x="247650" y="16669"/>
                  </a:moveTo>
                  <a:cubicBezTo>
                    <a:pt x="210111" y="10413"/>
                    <a:pt x="259944" y="17695"/>
                    <a:pt x="180975" y="16669"/>
                  </a:cubicBezTo>
                  <a:cubicBezTo>
                    <a:pt x="137294" y="16102"/>
                    <a:pt x="93663" y="13494"/>
                    <a:pt x="50007" y="11906"/>
                  </a:cubicBezTo>
                  <a:cubicBezTo>
                    <a:pt x="46038" y="11112"/>
                    <a:pt x="42027" y="10507"/>
                    <a:pt x="38100" y="9525"/>
                  </a:cubicBezTo>
                  <a:cubicBezTo>
                    <a:pt x="35665" y="8916"/>
                    <a:pt x="33392" y="7753"/>
                    <a:pt x="30957" y="7144"/>
                  </a:cubicBezTo>
                  <a:cubicBezTo>
                    <a:pt x="27030" y="6162"/>
                    <a:pt x="22994" y="5673"/>
                    <a:pt x="19050" y="4763"/>
                  </a:cubicBezTo>
                  <a:cubicBezTo>
                    <a:pt x="12672" y="3291"/>
                    <a:pt x="0" y="0"/>
                    <a:pt x="0" y="0"/>
                  </a:cubicBezTo>
                </a:path>
              </a:pathLst>
            </a:custGeom>
            <a:ln w="28575">
              <a:solidFill>
                <a:srgbClr val="7030A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1" name="Rectángulo 30">
              <a:extLst>
                <a:ext uri="{FF2B5EF4-FFF2-40B4-BE49-F238E27FC236}">
                  <a16:creationId xmlns:a16="http://schemas.microsoft.com/office/drawing/2014/main" id="{755B36F1-925D-FBB0-119D-605F8DA43741}"/>
                </a:ext>
              </a:extLst>
            </p:cNvPr>
            <p:cNvSpPr/>
            <p:nvPr/>
          </p:nvSpPr>
          <p:spPr>
            <a:xfrm>
              <a:off x="7162367" y="124691"/>
              <a:ext cx="4364613" cy="6085171"/>
            </a:xfrm>
            <a:prstGeom prst="rect">
              <a:avLst/>
            </a:prstGeom>
            <a:noFill/>
            <a:ln w="5715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56312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87010-818E-9FBC-5033-2526B777E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26D8FA9-F5D8-B8F1-9EBA-414C8713A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2559"/>
            <a:ext cx="10515600" cy="7587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AR" sz="4000" dirty="0"/>
              <a:t>Do </a:t>
            </a:r>
            <a:r>
              <a:rPr lang="es-AR" sz="4000" dirty="0" err="1"/>
              <a:t>you</a:t>
            </a:r>
            <a:r>
              <a:rPr lang="es-AR" sz="4000" dirty="0"/>
              <a:t> </a:t>
            </a:r>
            <a:r>
              <a:rPr lang="es-AR" sz="4000" dirty="0" err="1"/>
              <a:t>remember</a:t>
            </a:r>
            <a:r>
              <a:rPr lang="es-AR" sz="4000" dirty="0"/>
              <a:t> </a:t>
            </a:r>
            <a:r>
              <a:rPr lang="es-AR" sz="4000" dirty="0" err="1"/>
              <a:t>the</a:t>
            </a:r>
            <a:r>
              <a:rPr lang="es-AR" sz="4000" dirty="0"/>
              <a:t> </a:t>
            </a:r>
            <a:r>
              <a:rPr lang="es-AR" sz="4000" b="1" dirty="0">
                <a:solidFill>
                  <a:schemeClr val="accent6">
                    <a:lumMod val="75000"/>
                  </a:schemeClr>
                </a:solidFill>
              </a:rPr>
              <a:t>Turing Machine</a:t>
            </a:r>
            <a:r>
              <a:rPr lang="es-AR" sz="4000" dirty="0"/>
              <a:t>?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87EA078-C8DC-70CB-9771-6BE8295FDA98}"/>
              </a:ext>
            </a:extLst>
          </p:cNvPr>
          <p:cNvSpPr txBox="1"/>
          <p:nvPr/>
        </p:nvSpPr>
        <p:spPr>
          <a:xfrm>
            <a:off x="739588" y="2541494"/>
            <a:ext cx="9749118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4000" dirty="0"/>
          </a:p>
          <a:p>
            <a:endParaRPr lang="en-US" sz="4000" dirty="0"/>
          </a:p>
          <a:p>
            <a:r>
              <a:rPr lang="en-US" sz="4000" dirty="0"/>
              <a:t>It has…</a:t>
            </a:r>
          </a:p>
          <a:p>
            <a:endParaRPr lang="en-US" sz="4000" dirty="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2 instructions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000" dirty="0"/>
              <a:t>2 decisions</a:t>
            </a:r>
            <a:endParaRPr lang="es-AR" sz="4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8719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1B7F1CD-65E1-297D-C90B-334F06ABD8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AADB708C-5F8E-78DA-4A42-F3B4978C679F}"/>
              </a:ext>
            </a:extLst>
          </p:cNvPr>
          <p:cNvSpPr txBox="1"/>
          <p:nvPr/>
        </p:nvSpPr>
        <p:spPr>
          <a:xfrm>
            <a:off x="8313223" y="5738164"/>
            <a:ext cx="1897577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800000"/>
                </a:solidFill>
              </a:rPr>
              <a:t>range(a, b, c)</a:t>
            </a:r>
          </a:p>
        </p:txBody>
      </p:sp>
    </p:spTree>
    <p:extLst>
      <p:ext uri="{BB962C8B-B14F-4D97-AF65-F5344CB8AC3E}">
        <p14:creationId xmlns:p14="http://schemas.microsoft.com/office/powerpoint/2010/main" val="1314011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75494-AD2F-57F9-25C9-7AA831041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F96B5C3-EC5C-C995-9520-747D67959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D59A1069-7EA5-839A-ABF5-25C50B04DD99}"/>
              </a:ext>
            </a:extLst>
          </p:cNvPr>
          <p:cNvSpPr txBox="1"/>
          <p:nvPr/>
        </p:nvSpPr>
        <p:spPr>
          <a:xfrm>
            <a:off x="8313223" y="5738164"/>
            <a:ext cx="2100777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800000"/>
                </a:solidFill>
              </a:rPr>
              <a:t>range(a, b, c)</a:t>
            </a:r>
          </a:p>
        </p:txBody>
      </p:sp>
    </p:spTree>
    <p:extLst>
      <p:ext uri="{BB962C8B-B14F-4D97-AF65-F5344CB8AC3E}">
        <p14:creationId xmlns:p14="http://schemas.microsoft.com/office/powerpoint/2010/main" val="2696400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F8-4B71-B242-1A4E-E96582948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170DE254-D729-5D6C-6C50-48E8F8F30B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619"/>
          <a:stretch>
            <a:fillRect/>
          </a:stretch>
        </p:blipFill>
        <p:spPr>
          <a:xfrm>
            <a:off x="5348130" y="2215166"/>
            <a:ext cx="6106377" cy="3704419"/>
          </a:xfrm>
          <a:prstGeom prst="rect">
            <a:avLst/>
          </a:prstGeom>
          <a:ln w="38100">
            <a:solidFill>
              <a:srgbClr val="8A008A"/>
            </a:solidFill>
            <a:prstDash val="dash"/>
          </a:ln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109225D-AB0C-BB9A-9011-2A2D3E6C6B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7027" y="230077"/>
            <a:ext cx="3562847" cy="1343212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54DCA276-0A0C-E0E2-12CC-37F28112C91B}"/>
              </a:ext>
            </a:extLst>
          </p:cNvPr>
          <p:cNvSpPr txBox="1"/>
          <p:nvPr/>
        </p:nvSpPr>
        <p:spPr>
          <a:xfrm>
            <a:off x="6654800" y="5156200"/>
            <a:ext cx="1652227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solidFill>
                  <a:srgbClr val="FF00FF"/>
                </a:solidFill>
              </a:rPr>
              <a:t>index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8F4E8C6-BF97-B34C-4312-F2235DC5F222}"/>
              </a:ext>
            </a:extLst>
          </p:cNvPr>
          <p:cNvSpPr txBox="1"/>
          <p:nvPr/>
        </p:nvSpPr>
        <p:spPr>
          <a:xfrm>
            <a:off x="9383180" y="5232399"/>
            <a:ext cx="1652227" cy="40011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solidFill>
                  <a:srgbClr val="0070C0"/>
                </a:solidFill>
              </a:rPr>
              <a:t>range(a, b, c)</a:t>
            </a:r>
          </a:p>
        </p:txBody>
      </p:sp>
    </p:spTree>
    <p:extLst>
      <p:ext uri="{BB962C8B-B14F-4D97-AF65-F5344CB8AC3E}">
        <p14:creationId xmlns:p14="http://schemas.microsoft.com/office/powerpoint/2010/main" val="4182237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B2F4B3-1778-756F-EB9B-661832B36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780" y="365125"/>
            <a:ext cx="10515600" cy="1325563"/>
          </a:xfrm>
        </p:spPr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If</a:t>
            </a:r>
            <a:br>
              <a:rPr lang="es-AR" dirty="0"/>
            </a:br>
            <a:r>
              <a:rPr lang="es-AR" sz="2400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sz="2400" i="1" dirty="0" err="1">
                <a:solidFill>
                  <a:schemeClr val="bg2">
                    <a:lumMod val="50000"/>
                  </a:schemeClr>
                </a:solidFill>
              </a:rPr>
              <a:t>branch</a:t>
            </a:r>
            <a:r>
              <a:rPr lang="es-AR" sz="2400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en-US" i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4AFA1A73-9AC7-F159-359A-5560A375E69D}"/>
              </a:ext>
            </a:extLst>
          </p:cNvPr>
          <p:cNvSpPr/>
          <p:nvPr/>
        </p:nvSpPr>
        <p:spPr>
          <a:xfrm>
            <a:off x="6270542" y="991441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E66B1CE-EAC9-D87B-468C-310085ED32E7}"/>
              </a:ext>
            </a:extLst>
          </p:cNvPr>
          <p:cNvSpPr txBox="1"/>
          <p:nvPr/>
        </p:nvSpPr>
        <p:spPr>
          <a:xfrm>
            <a:off x="6505866" y="1285966"/>
            <a:ext cx="2541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 traffic lights </a:t>
            </a:r>
            <a:r>
              <a:rPr lang="en-US" b="1" dirty="0">
                <a:solidFill>
                  <a:srgbClr val="FF0000"/>
                </a:solidFill>
              </a:rPr>
              <a:t>red</a:t>
            </a:r>
            <a:r>
              <a:rPr lang="en-US" dirty="0"/>
              <a:t>?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3BA895F-BDEF-9C2E-952C-2E803F53F4C9}"/>
              </a:ext>
            </a:extLst>
          </p:cNvPr>
          <p:cNvSpPr txBox="1"/>
          <p:nvPr/>
        </p:nvSpPr>
        <p:spPr>
          <a:xfrm>
            <a:off x="7218560" y="622109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582A983-2358-5BCD-CAC2-A458D1DC8149}"/>
              </a:ext>
            </a:extLst>
          </p:cNvPr>
          <p:cNvSpPr txBox="1"/>
          <p:nvPr/>
        </p:nvSpPr>
        <p:spPr>
          <a:xfrm>
            <a:off x="10867194" y="2608187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3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B6500A2-156E-677A-B4E2-E0BB52153F82}"/>
              </a:ext>
            </a:extLst>
          </p:cNvPr>
          <p:cNvSpPr txBox="1"/>
          <p:nvPr/>
        </p:nvSpPr>
        <p:spPr>
          <a:xfrm>
            <a:off x="7006770" y="4181059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4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5F169AFD-6370-2BB7-551D-B6D0C149523B}"/>
              </a:ext>
            </a:extLst>
          </p:cNvPr>
          <p:cNvSpPr txBox="1"/>
          <p:nvPr/>
        </p:nvSpPr>
        <p:spPr>
          <a:xfrm>
            <a:off x="6848207" y="5451624"/>
            <a:ext cx="687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AE188A1B-3A88-C848-30E1-EBE4AEB9740A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7642142" y="1949824"/>
            <a:ext cx="48039" cy="2495602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0C5959A6-A2D2-162C-7E4E-6B3D905CAD21}"/>
              </a:ext>
            </a:extLst>
          </p:cNvPr>
          <p:cNvCxnSpPr>
            <a:cxnSpLocks/>
            <a:stCxn id="3" idx="4"/>
          </p:cNvCxnSpPr>
          <p:nvPr/>
        </p:nvCxnSpPr>
        <p:spPr>
          <a:xfrm>
            <a:off x="7642142" y="1949824"/>
            <a:ext cx="2058666" cy="126586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C77B0205-0B45-E246-2BB6-21E0CB172795}"/>
              </a:ext>
            </a:extLst>
          </p:cNvPr>
          <p:cNvCxnSpPr>
            <a:cxnSpLocks/>
          </p:cNvCxnSpPr>
          <p:nvPr/>
        </p:nvCxnSpPr>
        <p:spPr>
          <a:xfrm>
            <a:off x="7770823" y="5273675"/>
            <a:ext cx="6350" cy="454025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EC2F98A1-6765-FA6B-EFF8-65EEAB48CE90}"/>
              </a:ext>
            </a:extLst>
          </p:cNvPr>
          <p:cNvCxnSpPr>
            <a:cxnSpLocks/>
          </p:cNvCxnSpPr>
          <p:nvPr/>
        </p:nvCxnSpPr>
        <p:spPr>
          <a:xfrm flipH="1">
            <a:off x="8940758" y="3786488"/>
            <a:ext cx="1135302" cy="89889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9E0AA09-0C74-ABFA-796B-ADFA184006F4}"/>
              </a:ext>
            </a:extLst>
          </p:cNvPr>
          <p:cNvSpPr txBox="1"/>
          <p:nvPr/>
        </p:nvSpPr>
        <p:spPr>
          <a:xfrm>
            <a:off x="6376999" y="2586690"/>
            <a:ext cx="1158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True</a:t>
            </a:r>
            <a:r>
              <a:rPr lang="en-US" dirty="0"/>
              <a:t> (Yes)</a:t>
            </a:r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D905E7AC-E0BC-F64A-EE0B-01604922B46F}"/>
              </a:ext>
            </a:extLst>
          </p:cNvPr>
          <p:cNvSpPr/>
          <p:nvPr/>
        </p:nvSpPr>
        <p:spPr>
          <a:xfrm>
            <a:off x="6680678" y="4516412"/>
            <a:ext cx="2023782" cy="707042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8420730-5AF8-F8B0-0889-7E695C2ED7C2}"/>
              </a:ext>
            </a:extLst>
          </p:cNvPr>
          <p:cNvSpPr txBox="1"/>
          <p:nvPr/>
        </p:nvSpPr>
        <p:spPr>
          <a:xfrm>
            <a:off x="7379926" y="4703435"/>
            <a:ext cx="752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Honk</a:t>
            </a:r>
          </a:p>
        </p:txBody>
      </p:sp>
      <p:sp>
        <p:nvSpPr>
          <p:cNvPr id="25" name="Elipse 24">
            <a:extLst>
              <a:ext uri="{FF2B5EF4-FFF2-40B4-BE49-F238E27FC236}">
                <a16:creationId xmlns:a16="http://schemas.microsoft.com/office/drawing/2014/main" id="{0C217F2C-6DFA-434E-F838-6937C190A349}"/>
              </a:ext>
            </a:extLst>
          </p:cNvPr>
          <p:cNvSpPr/>
          <p:nvPr/>
        </p:nvSpPr>
        <p:spPr>
          <a:xfrm>
            <a:off x="6745512" y="5768161"/>
            <a:ext cx="1894114" cy="661740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F0EAA6C2-9038-8C29-6A35-D02BAE99487D}"/>
              </a:ext>
            </a:extLst>
          </p:cNvPr>
          <p:cNvSpPr txBox="1"/>
          <p:nvPr/>
        </p:nvSpPr>
        <p:spPr>
          <a:xfrm>
            <a:off x="6745512" y="5957469"/>
            <a:ext cx="19677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/>
              <a:t>Turn on air conditioning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F5FC1A95-6924-8492-F693-3287035E94DF}"/>
              </a:ext>
            </a:extLst>
          </p:cNvPr>
          <p:cNvSpPr txBox="1"/>
          <p:nvPr/>
        </p:nvSpPr>
        <p:spPr>
          <a:xfrm rot="1991310">
            <a:off x="8361415" y="2299684"/>
            <a:ext cx="1158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False</a:t>
            </a:r>
            <a:r>
              <a:rPr lang="en-US" dirty="0"/>
              <a:t> (No)</a:t>
            </a:r>
          </a:p>
        </p:txBody>
      </p:sp>
      <p:sp>
        <p:nvSpPr>
          <p:cNvPr id="29" name="Elipse 28">
            <a:extLst>
              <a:ext uri="{FF2B5EF4-FFF2-40B4-BE49-F238E27FC236}">
                <a16:creationId xmlns:a16="http://schemas.microsoft.com/office/drawing/2014/main" id="{491C53A1-2359-8F22-690B-8896A07D8A86}"/>
              </a:ext>
            </a:extLst>
          </p:cNvPr>
          <p:cNvSpPr/>
          <p:nvPr/>
        </p:nvSpPr>
        <p:spPr>
          <a:xfrm>
            <a:off x="9855303" y="2977519"/>
            <a:ext cx="2023782" cy="707042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C54A393C-F265-C4A1-5499-F521C562B802}"/>
              </a:ext>
            </a:extLst>
          </p:cNvPr>
          <p:cNvSpPr txBox="1"/>
          <p:nvPr/>
        </p:nvSpPr>
        <p:spPr>
          <a:xfrm>
            <a:off x="10188119" y="3079446"/>
            <a:ext cx="18119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/>
              <a:t>Stop</a:t>
            </a:r>
            <a:r>
              <a:rPr lang="en-US" i="1" dirty="0"/>
              <a:t> </a:t>
            </a:r>
            <a:r>
              <a:rPr lang="en-US" sz="1600" i="1" dirty="0"/>
              <a:t>the car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39F10AC8-4140-216D-CD31-A7EDCD612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1" y="2220377"/>
            <a:ext cx="5519754" cy="199062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003475E0-1283-BFBE-E484-0485073141F2}"/>
              </a:ext>
            </a:extLst>
          </p:cNvPr>
          <p:cNvCxnSpPr/>
          <p:nvPr/>
        </p:nvCxnSpPr>
        <p:spPr>
          <a:xfrm flipV="1">
            <a:off x="5957450" y="-401782"/>
            <a:ext cx="0" cy="7259782"/>
          </a:xfrm>
          <a:prstGeom prst="line">
            <a:avLst/>
          </a:prstGeom>
          <a:ln w="38100">
            <a:solidFill>
              <a:schemeClr val="bg2">
                <a:lumMod val="50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9048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A89B0-17E4-4A6C-C094-5E0D43DC4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176EFDE-E33D-D135-5937-8483FCBCB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7220" y="879833"/>
            <a:ext cx="4868780" cy="488176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CA472234-5CF7-A9D7-788C-BB6300035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053" y="1359568"/>
            <a:ext cx="5385596" cy="3537286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2DCA3DFB-2ADA-C213-93BD-C537724C8E68}"/>
              </a:ext>
            </a:extLst>
          </p:cNvPr>
          <p:cNvSpPr txBox="1">
            <a:spLocks/>
          </p:cNvSpPr>
          <p:nvPr/>
        </p:nvSpPr>
        <p:spPr>
          <a:xfrm>
            <a:off x="40278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AR" b="1">
                <a:latin typeface="Consolas" panose="020B0609020204030204" pitchFamily="49" charset="0"/>
                <a:cs typeface="Cascadia Code SemiBold" panose="020B0609020000020004" pitchFamily="49" charset="0"/>
              </a:rPr>
              <a:t>If else</a:t>
            </a:r>
            <a:br>
              <a:rPr lang="es-AR"/>
            </a:br>
            <a:r>
              <a:rPr lang="es-AR" sz="2400" i="1">
                <a:solidFill>
                  <a:schemeClr val="bg2">
                    <a:lumMod val="50000"/>
                  </a:schemeClr>
                </a:solidFill>
              </a:rPr>
              <a:t>(branch)</a:t>
            </a:r>
            <a:endParaRPr lang="en-US" i="1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628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C1A36E-6995-86A7-BF67-E4CD22FAA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 </a:t>
            </a:r>
            <a:r>
              <a:rPr lang="en-US" dirty="0" err="1"/>
              <a:t>elif</a:t>
            </a:r>
            <a:r>
              <a:rPr lang="en-US" dirty="0"/>
              <a:t>… else</a:t>
            </a:r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74FA6E06-181C-FD4D-1578-B066BD26D278}"/>
              </a:ext>
            </a:extLst>
          </p:cNvPr>
          <p:cNvSpPr/>
          <p:nvPr/>
        </p:nvSpPr>
        <p:spPr>
          <a:xfrm>
            <a:off x="4477871" y="2205318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9CA15D1E-56B3-9AF2-4BFC-193F9C87DE52}"/>
              </a:ext>
            </a:extLst>
          </p:cNvPr>
          <p:cNvSpPr/>
          <p:nvPr/>
        </p:nvSpPr>
        <p:spPr>
          <a:xfrm>
            <a:off x="3581401" y="3429000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49B89C6F-F762-CAEF-1D31-F598E09F8D1F}"/>
              </a:ext>
            </a:extLst>
          </p:cNvPr>
          <p:cNvSpPr/>
          <p:nvPr/>
        </p:nvSpPr>
        <p:spPr>
          <a:xfrm>
            <a:off x="5867401" y="3429000"/>
            <a:ext cx="1371600" cy="51098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BEE1E460-A4AC-2787-2999-4A2395CD7562}"/>
              </a:ext>
            </a:extLst>
          </p:cNvPr>
          <p:cNvSpPr/>
          <p:nvPr/>
        </p:nvSpPr>
        <p:spPr>
          <a:xfrm>
            <a:off x="5553637" y="4454618"/>
            <a:ext cx="896468" cy="33397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9B1C16B8-C906-A3C3-BC0F-CFDB223E7196}"/>
              </a:ext>
            </a:extLst>
          </p:cNvPr>
          <p:cNvSpPr/>
          <p:nvPr/>
        </p:nvSpPr>
        <p:spPr>
          <a:xfrm>
            <a:off x="7064190" y="4454618"/>
            <a:ext cx="896468" cy="33397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64D3C52F-F39A-5067-AE1C-3C1384711BEA}"/>
              </a:ext>
            </a:extLst>
          </p:cNvPr>
          <p:cNvSpPr/>
          <p:nvPr/>
        </p:nvSpPr>
        <p:spPr>
          <a:xfrm>
            <a:off x="5095094" y="5450194"/>
            <a:ext cx="612286" cy="228106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F1E47987-3623-7AC3-524C-03498B4CB9F4}"/>
              </a:ext>
            </a:extLst>
          </p:cNvPr>
          <p:cNvSpPr/>
          <p:nvPr/>
        </p:nvSpPr>
        <p:spPr>
          <a:xfrm>
            <a:off x="6362250" y="5487932"/>
            <a:ext cx="510990" cy="190368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ector recto de flecha 12">
            <a:extLst>
              <a:ext uri="{FF2B5EF4-FFF2-40B4-BE49-F238E27FC236}">
                <a16:creationId xmlns:a16="http://schemas.microsoft.com/office/drawing/2014/main" id="{44BB4E3F-C3A1-8BE8-7F99-3C13A592DD73}"/>
              </a:ext>
            </a:extLst>
          </p:cNvPr>
          <p:cNvCxnSpPr>
            <a:cxnSpLocks/>
          </p:cNvCxnSpPr>
          <p:nvPr/>
        </p:nvCxnSpPr>
        <p:spPr>
          <a:xfrm>
            <a:off x="5570220" y="2811780"/>
            <a:ext cx="480060" cy="579120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ector recto de flecha 2">
            <a:extLst>
              <a:ext uri="{FF2B5EF4-FFF2-40B4-BE49-F238E27FC236}">
                <a16:creationId xmlns:a16="http://schemas.microsoft.com/office/drawing/2014/main" id="{BCAA3593-B499-FE90-74A8-4EF44A834EA2}"/>
              </a:ext>
            </a:extLst>
          </p:cNvPr>
          <p:cNvCxnSpPr>
            <a:cxnSpLocks/>
          </p:cNvCxnSpPr>
          <p:nvPr/>
        </p:nvCxnSpPr>
        <p:spPr>
          <a:xfrm>
            <a:off x="7064190" y="4042487"/>
            <a:ext cx="228785" cy="364413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67D50BAA-D249-DDAA-665D-B5E1EBCB1052}"/>
              </a:ext>
            </a:extLst>
          </p:cNvPr>
          <p:cNvCxnSpPr>
            <a:cxnSpLocks/>
          </p:cNvCxnSpPr>
          <p:nvPr/>
        </p:nvCxnSpPr>
        <p:spPr>
          <a:xfrm flipH="1">
            <a:off x="6045200" y="4015096"/>
            <a:ext cx="117290" cy="363229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A788B5FD-8371-B90F-59FA-5CCDBE0839E5}"/>
              </a:ext>
            </a:extLst>
          </p:cNvPr>
          <p:cNvCxnSpPr>
            <a:cxnSpLocks/>
          </p:cNvCxnSpPr>
          <p:nvPr/>
        </p:nvCxnSpPr>
        <p:spPr>
          <a:xfrm flipH="1">
            <a:off x="5499100" y="4864889"/>
            <a:ext cx="171827" cy="450061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8F43E409-93ED-8176-90B5-50F9DC7FBD15}"/>
              </a:ext>
            </a:extLst>
          </p:cNvPr>
          <p:cNvCxnSpPr>
            <a:cxnSpLocks/>
          </p:cNvCxnSpPr>
          <p:nvPr/>
        </p:nvCxnSpPr>
        <p:spPr>
          <a:xfrm>
            <a:off x="6275672" y="4892955"/>
            <a:ext cx="214028" cy="479145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E8F6B92C-A7B0-2FE2-2303-78BBFD642AA3}"/>
              </a:ext>
            </a:extLst>
          </p:cNvPr>
          <p:cNvCxnSpPr>
            <a:cxnSpLocks/>
          </p:cNvCxnSpPr>
          <p:nvPr/>
        </p:nvCxnSpPr>
        <p:spPr>
          <a:xfrm flipH="1">
            <a:off x="4425950" y="2811780"/>
            <a:ext cx="287021" cy="560070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CA7C94DD-AF9A-8E05-1D5E-99884ED59211}"/>
              </a:ext>
            </a:extLst>
          </p:cNvPr>
          <p:cNvCxnSpPr>
            <a:cxnSpLocks/>
          </p:cNvCxnSpPr>
          <p:nvPr/>
        </p:nvCxnSpPr>
        <p:spPr>
          <a:xfrm flipH="1">
            <a:off x="6267083" y="5852314"/>
            <a:ext cx="171827" cy="450061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5E1D05D7-E521-7E86-0D2B-5FE633F646B0}"/>
              </a:ext>
            </a:extLst>
          </p:cNvPr>
          <p:cNvCxnSpPr>
            <a:cxnSpLocks/>
          </p:cNvCxnSpPr>
          <p:nvPr/>
        </p:nvCxnSpPr>
        <p:spPr>
          <a:xfrm>
            <a:off x="6818690" y="5841725"/>
            <a:ext cx="286960" cy="450062"/>
          </a:xfrm>
          <a:prstGeom prst="straightConnector1">
            <a:avLst/>
          </a:prstGeom>
          <a:ln w="38100">
            <a:solidFill>
              <a:srgbClr val="8C308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41EC24C-E427-29F5-20DE-AFAF20671589}"/>
              </a:ext>
            </a:extLst>
          </p:cNvPr>
          <p:cNvSpPr txBox="1"/>
          <p:nvPr/>
        </p:nvSpPr>
        <p:spPr>
          <a:xfrm>
            <a:off x="6001871" y="6291787"/>
            <a:ext cx="622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bg2">
                    <a:lumMod val="50000"/>
                  </a:schemeClr>
                </a:solidFill>
              </a:rPr>
              <a:t>Etc.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160D2AED-48D3-9E53-C8AD-A6912AC7373A}"/>
              </a:ext>
            </a:extLst>
          </p:cNvPr>
          <p:cNvSpPr txBox="1"/>
          <p:nvPr/>
        </p:nvSpPr>
        <p:spPr>
          <a:xfrm>
            <a:off x="7032993" y="6291787"/>
            <a:ext cx="622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chemeClr val="bg2">
                    <a:lumMod val="50000"/>
                  </a:schemeClr>
                </a:solidFill>
              </a:rPr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23959739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4B94B-EA6C-22DA-E37D-4574F40AB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It’s very easy to </a:t>
            </a:r>
            <a:r>
              <a:rPr lang="en-US" b="1" i="1" dirty="0">
                <a:solidFill>
                  <a:srgbClr val="C00000"/>
                </a:solidFill>
              </a:rPr>
              <a:t>get lost</a:t>
            </a:r>
            <a:r>
              <a:rPr lang="en-US" dirty="0"/>
              <a:t>… right?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B2091F-F58B-2073-ED14-0B909D8B1E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you get lost when coding, do your own drawings on pen and paper!</a:t>
            </a:r>
          </a:p>
        </p:txBody>
      </p:sp>
    </p:spTree>
    <p:extLst>
      <p:ext uri="{BB962C8B-B14F-4D97-AF65-F5344CB8AC3E}">
        <p14:creationId xmlns:p14="http://schemas.microsoft.com/office/powerpoint/2010/main" val="2024412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n 18">
            <a:extLst>
              <a:ext uri="{FF2B5EF4-FFF2-40B4-BE49-F238E27FC236}">
                <a16:creationId xmlns:a16="http://schemas.microsoft.com/office/drawing/2014/main" id="{C21463CE-2ECC-823B-7A96-782688CD48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8761" y="1771531"/>
            <a:ext cx="1177254" cy="3632596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AAA4A2C-E2FF-62C5-40E9-8254794D8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863" y="365125"/>
            <a:ext cx="10515600" cy="1325563"/>
          </a:xfrm>
        </p:spPr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While</a:t>
            </a:r>
            <a:br>
              <a:rPr lang="es-AR" dirty="0"/>
            </a:b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en-US" dirty="0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2CB7D4F2-4E66-01F3-BFC8-F9BE215440BD}"/>
              </a:ext>
            </a:extLst>
          </p:cNvPr>
          <p:cNvSpPr/>
          <p:nvPr/>
        </p:nvSpPr>
        <p:spPr>
          <a:xfrm>
            <a:off x="7661457" y="991441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116FCBB-538F-8DE6-B01C-A838AF459EA0}"/>
              </a:ext>
            </a:extLst>
          </p:cNvPr>
          <p:cNvSpPr txBox="1"/>
          <p:nvPr/>
        </p:nvSpPr>
        <p:spPr>
          <a:xfrm>
            <a:off x="7896781" y="1285966"/>
            <a:ext cx="25414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kettle_temperature</a:t>
            </a:r>
            <a:r>
              <a:rPr lang="en-US" dirty="0"/>
              <a:t> = 20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27A149B-8F39-91A3-4658-71157F1B301B}"/>
              </a:ext>
            </a:extLst>
          </p:cNvPr>
          <p:cNvSpPr txBox="1"/>
          <p:nvPr/>
        </p:nvSpPr>
        <p:spPr>
          <a:xfrm>
            <a:off x="7695075" y="5034795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6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801AEFAF-9B02-65FD-F0C5-D0F38EF5323A}"/>
              </a:ext>
            </a:extLst>
          </p:cNvPr>
          <p:cNvSpPr/>
          <p:nvPr/>
        </p:nvSpPr>
        <p:spPr>
          <a:xfrm>
            <a:off x="7695075" y="5256864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83836FA-90FE-BF93-1E0B-E57B0C09EF0C}"/>
              </a:ext>
            </a:extLst>
          </p:cNvPr>
          <p:cNvSpPr txBox="1"/>
          <p:nvPr/>
        </p:nvSpPr>
        <p:spPr>
          <a:xfrm>
            <a:off x="7793088" y="555138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print(</a:t>
            </a:r>
            <a:r>
              <a:rPr lang="en-US" dirty="0" err="1"/>
              <a:t>kettle_temperature</a:t>
            </a:r>
            <a:r>
              <a:rPr lang="en-US" dirty="0"/>
              <a:t>)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98573A2-FFCB-389C-E7DF-612C8F651851}"/>
              </a:ext>
            </a:extLst>
          </p:cNvPr>
          <p:cNvSpPr txBox="1"/>
          <p:nvPr/>
        </p:nvSpPr>
        <p:spPr>
          <a:xfrm>
            <a:off x="7896781" y="695741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1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5EC1769-58C5-19F6-ED4E-81D0E2650381}"/>
              </a:ext>
            </a:extLst>
          </p:cNvPr>
          <p:cNvSpPr txBox="1"/>
          <p:nvPr/>
        </p:nvSpPr>
        <p:spPr>
          <a:xfrm>
            <a:off x="6983290" y="2662913"/>
            <a:ext cx="3616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00B050"/>
                </a:solidFill>
              </a:rPr>
              <a:t>T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6A8207D-903B-F223-FC1C-645B209A93B3}"/>
              </a:ext>
            </a:extLst>
          </p:cNvPr>
          <p:cNvSpPr txBox="1"/>
          <p:nvPr/>
        </p:nvSpPr>
        <p:spPr>
          <a:xfrm>
            <a:off x="10903574" y="2553521"/>
            <a:ext cx="58384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F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B4F8199-CCFA-42D1-8ED2-649051600151}"/>
              </a:ext>
            </a:extLst>
          </p:cNvPr>
          <p:cNvSpPr txBox="1"/>
          <p:nvPr/>
        </p:nvSpPr>
        <p:spPr>
          <a:xfrm>
            <a:off x="7693154" y="2262593"/>
            <a:ext cx="29430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 </a:t>
            </a:r>
            <a:r>
              <a:rPr lang="en-US" dirty="0" err="1"/>
              <a:t>kettle_temperature</a:t>
            </a:r>
            <a:r>
              <a:rPr lang="en-US" dirty="0"/>
              <a:t> &lt; 100?</a:t>
            </a:r>
          </a:p>
        </p:txBody>
      </p:sp>
      <p:sp>
        <p:nvSpPr>
          <p:cNvPr id="18" name="Forma libre: forma 17">
            <a:extLst>
              <a:ext uri="{FF2B5EF4-FFF2-40B4-BE49-F238E27FC236}">
                <a16:creationId xmlns:a16="http://schemas.microsoft.com/office/drawing/2014/main" id="{177ADE44-6079-298D-9B32-98503FED8A1A}"/>
              </a:ext>
            </a:extLst>
          </p:cNvPr>
          <p:cNvSpPr/>
          <p:nvPr/>
        </p:nvSpPr>
        <p:spPr>
          <a:xfrm>
            <a:off x="319303" y="1826482"/>
            <a:ext cx="891890" cy="2110778"/>
          </a:xfrm>
          <a:custGeom>
            <a:avLst/>
            <a:gdLst>
              <a:gd name="connsiteX0" fmla="*/ 1268696 w 1907325"/>
              <a:gd name="connsiteY0" fmla="*/ 0 h 4513942"/>
              <a:gd name="connsiteX1" fmla="*/ 1544467 w 1907325"/>
              <a:gd name="connsiteY1" fmla="*/ 348342 h 4513942"/>
              <a:gd name="connsiteX2" fmla="*/ 1762181 w 1907325"/>
              <a:gd name="connsiteY2" fmla="*/ 914400 h 4513942"/>
              <a:gd name="connsiteX3" fmla="*/ 1776696 w 1907325"/>
              <a:gd name="connsiteY3" fmla="*/ 1524000 h 4513942"/>
              <a:gd name="connsiteX4" fmla="*/ 1500924 w 1907325"/>
              <a:gd name="connsiteY4" fmla="*/ 2206171 h 4513942"/>
              <a:gd name="connsiteX5" fmla="*/ 1297724 w 1907325"/>
              <a:gd name="connsiteY5" fmla="*/ 2496457 h 4513942"/>
              <a:gd name="connsiteX6" fmla="*/ 572010 w 1907325"/>
              <a:gd name="connsiteY6" fmla="*/ 2772228 h 4513942"/>
              <a:gd name="connsiteX7" fmla="*/ 281724 w 1907325"/>
              <a:gd name="connsiteY7" fmla="*/ 2714171 h 4513942"/>
              <a:gd name="connsiteX8" fmla="*/ 5953 w 1907325"/>
              <a:gd name="connsiteY8" fmla="*/ 2119085 h 4513942"/>
              <a:gd name="connsiteX9" fmla="*/ 20467 w 1907325"/>
              <a:gd name="connsiteY9" fmla="*/ 1640114 h 4513942"/>
              <a:gd name="connsiteX10" fmla="*/ 194638 w 1907325"/>
              <a:gd name="connsiteY10" fmla="*/ 1364342 h 4513942"/>
              <a:gd name="connsiteX11" fmla="*/ 891324 w 1907325"/>
              <a:gd name="connsiteY11" fmla="*/ 1088571 h 4513942"/>
              <a:gd name="connsiteX12" fmla="*/ 1181610 w 1907325"/>
              <a:gd name="connsiteY12" fmla="*/ 1059542 h 4513942"/>
              <a:gd name="connsiteX13" fmla="*/ 1370296 w 1907325"/>
              <a:gd name="connsiteY13" fmla="*/ 1103085 h 4513942"/>
              <a:gd name="connsiteX14" fmla="*/ 1646067 w 1907325"/>
              <a:gd name="connsiteY14" fmla="*/ 1320800 h 4513942"/>
              <a:gd name="connsiteX15" fmla="*/ 1747667 w 1907325"/>
              <a:gd name="connsiteY15" fmla="*/ 1640114 h 4513942"/>
              <a:gd name="connsiteX16" fmla="*/ 1892810 w 1907325"/>
              <a:gd name="connsiteY16" fmla="*/ 2249714 h 4513942"/>
              <a:gd name="connsiteX17" fmla="*/ 1805724 w 1907325"/>
              <a:gd name="connsiteY17" fmla="*/ 3135085 h 4513942"/>
              <a:gd name="connsiteX18" fmla="*/ 1660581 w 1907325"/>
              <a:gd name="connsiteY18" fmla="*/ 3614057 h 4513942"/>
              <a:gd name="connsiteX19" fmla="*/ 1399324 w 1907325"/>
              <a:gd name="connsiteY19" fmla="*/ 3947885 h 4513942"/>
              <a:gd name="connsiteX20" fmla="*/ 1283210 w 1907325"/>
              <a:gd name="connsiteY20" fmla="*/ 4122057 h 4513942"/>
              <a:gd name="connsiteX21" fmla="*/ 1196124 w 1907325"/>
              <a:gd name="connsiteY21" fmla="*/ 4397828 h 4513942"/>
              <a:gd name="connsiteX22" fmla="*/ 1152581 w 1907325"/>
              <a:gd name="connsiteY22" fmla="*/ 4513942 h 4513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907325" h="4513942">
                <a:moveTo>
                  <a:pt x="1268696" y="0"/>
                </a:moveTo>
                <a:cubicBezTo>
                  <a:pt x="1442773" y="124340"/>
                  <a:pt x="1389854" y="67227"/>
                  <a:pt x="1544467" y="348342"/>
                </a:cubicBezTo>
                <a:cubicBezTo>
                  <a:pt x="1699367" y="629979"/>
                  <a:pt x="1682866" y="628863"/>
                  <a:pt x="1762181" y="914400"/>
                </a:cubicBezTo>
                <a:cubicBezTo>
                  <a:pt x="1776471" y="1078734"/>
                  <a:pt x="1815799" y="1351947"/>
                  <a:pt x="1776696" y="1524000"/>
                </a:cubicBezTo>
                <a:cubicBezTo>
                  <a:pt x="1747705" y="1651561"/>
                  <a:pt x="1570804" y="2083882"/>
                  <a:pt x="1500924" y="2206171"/>
                </a:cubicBezTo>
                <a:cubicBezTo>
                  <a:pt x="1442324" y="2308722"/>
                  <a:pt x="1384895" y="2416758"/>
                  <a:pt x="1297724" y="2496457"/>
                </a:cubicBezTo>
                <a:cubicBezTo>
                  <a:pt x="1086760" y="2689339"/>
                  <a:pt x="836364" y="2708418"/>
                  <a:pt x="572010" y="2772228"/>
                </a:cubicBezTo>
                <a:cubicBezTo>
                  <a:pt x="475248" y="2752876"/>
                  <a:pt x="368793" y="2760608"/>
                  <a:pt x="281724" y="2714171"/>
                </a:cubicBezTo>
                <a:cubicBezTo>
                  <a:pt x="101836" y="2618231"/>
                  <a:pt x="43703" y="2240724"/>
                  <a:pt x="5953" y="2119085"/>
                </a:cubicBezTo>
                <a:cubicBezTo>
                  <a:pt x="10791" y="1959428"/>
                  <a:pt x="-18273" y="1795075"/>
                  <a:pt x="20467" y="1640114"/>
                </a:cubicBezTo>
                <a:cubicBezTo>
                  <a:pt x="46836" y="1534637"/>
                  <a:pt x="119120" y="1442557"/>
                  <a:pt x="194638" y="1364342"/>
                </a:cubicBezTo>
                <a:cubicBezTo>
                  <a:pt x="353037" y="1200286"/>
                  <a:pt x="709339" y="1127068"/>
                  <a:pt x="891324" y="1088571"/>
                </a:cubicBezTo>
                <a:cubicBezTo>
                  <a:pt x="986463" y="1068445"/>
                  <a:pt x="1084848" y="1069218"/>
                  <a:pt x="1181610" y="1059542"/>
                </a:cubicBezTo>
                <a:cubicBezTo>
                  <a:pt x="1244505" y="1074056"/>
                  <a:pt x="1310554" y="1078645"/>
                  <a:pt x="1370296" y="1103085"/>
                </a:cubicBezTo>
                <a:cubicBezTo>
                  <a:pt x="1458125" y="1139015"/>
                  <a:pt x="1582620" y="1263698"/>
                  <a:pt x="1646067" y="1320800"/>
                </a:cubicBezTo>
                <a:cubicBezTo>
                  <a:pt x="1679934" y="1427238"/>
                  <a:pt x="1718992" y="1532161"/>
                  <a:pt x="1747667" y="1640114"/>
                </a:cubicBezTo>
                <a:cubicBezTo>
                  <a:pt x="1801291" y="1841994"/>
                  <a:pt x="1892810" y="2249714"/>
                  <a:pt x="1892810" y="2249714"/>
                </a:cubicBezTo>
                <a:cubicBezTo>
                  <a:pt x="1912101" y="2693420"/>
                  <a:pt x="1933113" y="2603050"/>
                  <a:pt x="1805724" y="3135085"/>
                </a:cubicBezTo>
                <a:cubicBezTo>
                  <a:pt x="1766878" y="3297326"/>
                  <a:pt x="1735188" y="3464843"/>
                  <a:pt x="1660581" y="3614057"/>
                </a:cubicBezTo>
                <a:cubicBezTo>
                  <a:pt x="1597389" y="3740441"/>
                  <a:pt x="1483586" y="3834456"/>
                  <a:pt x="1399324" y="3947885"/>
                </a:cubicBezTo>
                <a:cubicBezTo>
                  <a:pt x="1357715" y="4003897"/>
                  <a:pt x="1321915" y="4064000"/>
                  <a:pt x="1283210" y="4122057"/>
                </a:cubicBezTo>
                <a:cubicBezTo>
                  <a:pt x="1254181" y="4213981"/>
                  <a:pt x="1226608" y="4306377"/>
                  <a:pt x="1196124" y="4397828"/>
                </a:cubicBezTo>
                <a:cubicBezTo>
                  <a:pt x="1183052" y="4437043"/>
                  <a:pt x="1152581" y="4513942"/>
                  <a:pt x="1152581" y="451394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DD59D213-C35C-8917-D92F-99544163F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4381" y="5034794"/>
            <a:ext cx="7407730" cy="1823205"/>
          </a:xfrm>
          <a:prstGeom prst="rect">
            <a:avLst/>
          </a:prstGeom>
        </p:spPr>
      </p:pic>
      <p:sp>
        <p:nvSpPr>
          <p:cNvPr id="25" name="Elipse 24">
            <a:extLst>
              <a:ext uri="{FF2B5EF4-FFF2-40B4-BE49-F238E27FC236}">
                <a16:creationId xmlns:a16="http://schemas.microsoft.com/office/drawing/2014/main" id="{AD573619-E381-56A8-D27D-CFF759978C65}"/>
              </a:ext>
            </a:extLst>
          </p:cNvPr>
          <p:cNvSpPr/>
          <p:nvPr/>
        </p:nvSpPr>
        <p:spPr>
          <a:xfrm>
            <a:off x="2266682" y="1684359"/>
            <a:ext cx="4716608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E97C2030-D306-34E4-BBFE-8B6DB877A003}"/>
              </a:ext>
            </a:extLst>
          </p:cNvPr>
          <p:cNvSpPr txBox="1"/>
          <p:nvPr/>
        </p:nvSpPr>
        <p:spPr>
          <a:xfrm>
            <a:off x="2521355" y="1978884"/>
            <a:ext cx="4523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kettle_temperature</a:t>
            </a:r>
            <a:r>
              <a:rPr lang="en-US" dirty="0"/>
              <a:t> = </a:t>
            </a:r>
            <a:r>
              <a:rPr lang="en-US" dirty="0" err="1"/>
              <a:t>kettle_temperature</a:t>
            </a:r>
            <a:r>
              <a:rPr lang="en-US" dirty="0"/>
              <a:t> + 1</a:t>
            </a: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17BA455D-9C6C-EA4D-7F41-348C515612A7}"/>
              </a:ext>
            </a:extLst>
          </p:cNvPr>
          <p:cNvSpPr txBox="1"/>
          <p:nvPr/>
        </p:nvSpPr>
        <p:spPr>
          <a:xfrm>
            <a:off x="2665781" y="1450924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3</a:t>
            </a:r>
          </a:p>
        </p:txBody>
      </p:sp>
      <p:sp>
        <p:nvSpPr>
          <p:cNvPr id="4" name="Forma libre: forma 3">
            <a:extLst>
              <a:ext uri="{FF2B5EF4-FFF2-40B4-BE49-F238E27FC236}">
                <a16:creationId xmlns:a16="http://schemas.microsoft.com/office/drawing/2014/main" id="{EAB56604-96A2-9F7E-01AD-9CB3FB4C88C3}"/>
              </a:ext>
            </a:extLst>
          </p:cNvPr>
          <p:cNvSpPr/>
          <p:nvPr/>
        </p:nvSpPr>
        <p:spPr>
          <a:xfrm>
            <a:off x="5143432" y="2044700"/>
            <a:ext cx="2832168" cy="1485900"/>
          </a:xfrm>
          <a:custGeom>
            <a:avLst/>
            <a:gdLst>
              <a:gd name="connsiteX0" fmla="*/ 2832168 w 2832168"/>
              <a:gd name="connsiteY0" fmla="*/ 0 h 1485900"/>
              <a:gd name="connsiteX1" fmla="*/ 2552768 w 2832168"/>
              <a:gd name="connsiteY1" fmla="*/ 381000 h 1485900"/>
              <a:gd name="connsiteX2" fmla="*/ 2324168 w 2832168"/>
              <a:gd name="connsiteY2" fmla="*/ 635000 h 1485900"/>
              <a:gd name="connsiteX3" fmla="*/ 2082868 w 2832168"/>
              <a:gd name="connsiteY3" fmla="*/ 876300 h 1485900"/>
              <a:gd name="connsiteX4" fmla="*/ 1295468 w 2832168"/>
              <a:gd name="connsiteY4" fmla="*/ 1435100 h 1485900"/>
              <a:gd name="connsiteX5" fmla="*/ 1193868 w 2832168"/>
              <a:gd name="connsiteY5" fmla="*/ 1485900 h 1485900"/>
              <a:gd name="connsiteX6" fmla="*/ 660468 w 2832168"/>
              <a:gd name="connsiteY6" fmla="*/ 1409700 h 1485900"/>
              <a:gd name="connsiteX7" fmla="*/ 469968 w 2832168"/>
              <a:gd name="connsiteY7" fmla="*/ 1270000 h 1485900"/>
              <a:gd name="connsiteX8" fmla="*/ 342968 w 2832168"/>
              <a:gd name="connsiteY8" fmla="*/ 1016000 h 1485900"/>
              <a:gd name="connsiteX9" fmla="*/ 279468 w 2832168"/>
              <a:gd name="connsiteY9" fmla="*/ 927100 h 1485900"/>
              <a:gd name="connsiteX10" fmla="*/ 457268 w 2832168"/>
              <a:gd name="connsiteY10" fmla="*/ 901700 h 1485900"/>
              <a:gd name="connsiteX11" fmla="*/ 584268 w 2832168"/>
              <a:gd name="connsiteY11" fmla="*/ 914400 h 1485900"/>
              <a:gd name="connsiteX12" fmla="*/ 622368 w 2832168"/>
              <a:gd name="connsiteY12" fmla="*/ 939800 h 1485900"/>
              <a:gd name="connsiteX13" fmla="*/ 533468 w 2832168"/>
              <a:gd name="connsiteY13" fmla="*/ 901700 h 1485900"/>
              <a:gd name="connsiteX14" fmla="*/ 342968 w 2832168"/>
              <a:gd name="connsiteY14" fmla="*/ 863600 h 1485900"/>
              <a:gd name="connsiteX15" fmla="*/ 266768 w 2832168"/>
              <a:gd name="connsiteY15" fmla="*/ 889000 h 1485900"/>
              <a:gd name="connsiteX16" fmla="*/ 139768 w 2832168"/>
              <a:gd name="connsiteY16" fmla="*/ 1028700 h 1485900"/>
              <a:gd name="connsiteX17" fmla="*/ 63568 w 2832168"/>
              <a:gd name="connsiteY17" fmla="*/ 1219200 h 1485900"/>
              <a:gd name="connsiteX18" fmla="*/ 25468 w 2832168"/>
              <a:gd name="connsiteY18" fmla="*/ 1270000 h 1485900"/>
              <a:gd name="connsiteX19" fmla="*/ 68 w 2832168"/>
              <a:gd name="connsiteY19" fmla="*/ 1371600 h 1485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832168" h="1485900">
                <a:moveTo>
                  <a:pt x="2832168" y="0"/>
                </a:moveTo>
                <a:cubicBezTo>
                  <a:pt x="2741293" y="181751"/>
                  <a:pt x="2788073" y="101177"/>
                  <a:pt x="2552768" y="381000"/>
                </a:cubicBezTo>
                <a:cubicBezTo>
                  <a:pt x="2479457" y="468180"/>
                  <a:pt x="2402566" y="552364"/>
                  <a:pt x="2324168" y="635000"/>
                </a:cubicBezTo>
                <a:cubicBezTo>
                  <a:pt x="2245878" y="717521"/>
                  <a:pt x="2169459" y="802537"/>
                  <a:pt x="2082868" y="876300"/>
                </a:cubicBezTo>
                <a:cubicBezTo>
                  <a:pt x="1913321" y="1020729"/>
                  <a:pt x="1521073" y="1322298"/>
                  <a:pt x="1295468" y="1435100"/>
                </a:cubicBezTo>
                <a:lnTo>
                  <a:pt x="1193868" y="1485900"/>
                </a:lnTo>
                <a:cubicBezTo>
                  <a:pt x="1016068" y="1460500"/>
                  <a:pt x="836036" y="1447568"/>
                  <a:pt x="660468" y="1409700"/>
                </a:cubicBezTo>
                <a:cubicBezTo>
                  <a:pt x="607491" y="1398274"/>
                  <a:pt x="500568" y="1319725"/>
                  <a:pt x="469968" y="1270000"/>
                </a:cubicBezTo>
                <a:cubicBezTo>
                  <a:pt x="420357" y="1189382"/>
                  <a:pt x="397988" y="1093028"/>
                  <a:pt x="342968" y="1016000"/>
                </a:cubicBezTo>
                <a:lnTo>
                  <a:pt x="279468" y="927100"/>
                </a:lnTo>
                <a:cubicBezTo>
                  <a:pt x="251036" y="813373"/>
                  <a:pt x="250181" y="876850"/>
                  <a:pt x="457268" y="901700"/>
                </a:cubicBezTo>
                <a:cubicBezTo>
                  <a:pt x="499509" y="906769"/>
                  <a:pt x="541935" y="910167"/>
                  <a:pt x="584268" y="914400"/>
                </a:cubicBezTo>
                <a:cubicBezTo>
                  <a:pt x="596968" y="922867"/>
                  <a:pt x="637176" y="943502"/>
                  <a:pt x="622368" y="939800"/>
                </a:cubicBezTo>
                <a:cubicBezTo>
                  <a:pt x="591091" y="931981"/>
                  <a:pt x="564054" y="911895"/>
                  <a:pt x="533468" y="901700"/>
                </a:cubicBezTo>
                <a:cubicBezTo>
                  <a:pt x="459983" y="877205"/>
                  <a:pt x="417416" y="874235"/>
                  <a:pt x="342968" y="863600"/>
                </a:cubicBezTo>
                <a:cubicBezTo>
                  <a:pt x="317568" y="872067"/>
                  <a:pt x="287548" y="872117"/>
                  <a:pt x="266768" y="889000"/>
                </a:cubicBezTo>
                <a:cubicBezTo>
                  <a:pt x="217925" y="928685"/>
                  <a:pt x="172751" y="975103"/>
                  <a:pt x="139768" y="1028700"/>
                </a:cubicBezTo>
                <a:cubicBezTo>
                  <a:pt x="103924" y="1086946"/>
                  <a:pt x="92846" y="1157392"/>
                  <a:pt x="63568" y="1219200"/>
                </a:cubicBezTo>
                <a:cubicBezTo>
                  <a:pt x="54507" y="1238329"/>
                  <a:pt x="38168" y="1253067"/>
                  <a:pt x="25468" y="1270000"/>
                </a:cubicBezTo>
                <a:cubicBezTo>
                  <a:pt x="-2609" y="1354232"/>
                  <a:pt x="68" y="1319426"/>
                  <a:pt x="68" y="1371600"/>
                </a:cubicBezTo>
              </a:path>
            </a:pathLst>
          </a:custGeom>
          <a:noFill/>
          <a:ln w="38100">
            <a:solidFill>
              <a:srgbClr val="8A00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orma libre: forma 6">
            <a:extLst>
              <a:ext uri="{FF2B5EF4-FFF2-40B4-BE49-F238E27FC236}">
                <a16:creationId xmlns:a16="http://schemas.microsoft.com/office/drawing/2014/main" id="{4A51D841-2564-AA92-63AF-1774827D3F7E}"/>
              </a:ext>
            </a:extLst>
          </p:cNvPr>
          <p:cNvSpPr/>
          <p:nvPr/>
        </p:nvSpPr>
        <p:spPr>
          <a:xfrm>
            <a:off x="4572000" y="684948"/>
            <a:ext cx="2921000" cy="826352"/>
          </a:xfrm>
          <a:custGeom>
            <a:avLst/>
            <a:gdLst>
              <a:gd name="connsiteX0" fmla="*/ 0 w 2921000"/>
              <a:gd name="connsiteY0" fmla="*/ 826352 h 826352"/>
              <a:gd name="connsiteX1" fmla="*/ 698500 w 2921000"/>
              <a:gd name="connsiteY1" fmla="*/ 165952 h 826352"/>
              <a:gd name="connsiteX2" fmla="*/ 1066800 w 2921000"/>
              <a:gd name="connsiteY2" fmla="*/ 852 h 826352"/>
              <a:gd name="connsiteX3" fmla="*/ 2159000 w 2921000"/>
              <a:gd name="connsiteY3" fmla="*/ 89752 h 826352"/>
              <a:gd name="connsiteX4" fmla="*/ 2603500 w 2921000"/>
              <a:gd name="connsiteY4" fmla="*/ 216752 h 826352"/>
              <a:gd name="connsiteX5" fmla="*/ 2768600 w 2921000"/>
              <a:gd name="connsiteY5" fmla="*/ 343752 h 826352"/>
              <a:gd name="connsiteX6" fmla="*/ 2921000 w 2921000"/>
              <a:gd name="connsiteY6" fmla="*/ 432652 h 826352"/>
              <a:gd name="connsiteX7" fmla="*/ 2806700 w 2921000"/>
              <a:gd name="connsiteY7" fmla="*/ 115152 h 826352"/>
              <a:gd name="connsiteX8" fmla="*/ 2844800 w 2921000"/>
              <a:gd name="connsiteY8" fmla="*/ 178652 h 826352"/>
              <a:gd name="connsiteX9" fmla="*/ 2641600 w 2921000"/>
              <a:gd name="connsiteY9" fmla="*/ 559652 h 826352"/>
              <a:gd name="connsiteX10" fmla="*/ 2578100 w 2921000"/>
              <a:gd name="connsiteY10" fmla="*/ 572352 h 826352"/>
              <a:gd name="connsiteX11" fmla="*/ 2527300 w 2921000"/>
              <a:gd name="connsiteY11" fmla="*/ 597752 h 826352"/>
              <a:gd name="connsiteX12" fmla="*/ 2705100 w 2921000"/>
              <a:gd name="connsiteY12" fmla="*/ 534252 h 826352"/>
              <a:gd name="connsiteX13" fmla="*/ 2806700 w 2921000"/>
              <a:gd name="connsiteY13" fmla="*/ 483452 h 8263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921000" h="826352">
                <a:moveTo>
                  <a:pt x="0" y="826352"/>
                </a:moveTo>
                <a:cubicBezTo>
                  <a:pt x="365609" y="354107"/>
                  <a:pt x="201993" y="481043"/>
                  <a:pt x="698500" y="165952"/>
                </a:cubicBezTo>
                <a:cubicBezTo>
                  <a:pt x="958091" y="1211"/>
                  <a:pt x="875847" y="24721"/>
                  <a:pt x="1066800" y="852"/>
                </a:cubicBezTo>
                <a:cubicBezTo>
                  <a:pt x="1747087" y="12382"/>
                  <a:pt x="1659468" y="-39159"/>
                  <a:pt x="2159000" y="89752"/>
                </a:cubicBezTo>
                <a:cubicBezTo>
                  <a:pt x="2308207" y="128257"/>
                  <a:pt x="2603500" y="216752"/>
                  <a:pt x="2603500" y="216752"/>
                </a:cubicBezTo>
                <a:cubicBezTo>
                  <a:pt x="2658533" y="259085"/>
                  <a:pt x="2710385" y="305912"/>
                  <a:pt x="2768600" y="343752"/>
                </a:cubicBezTo>
                <a:cubicBezTo>
                  <a:pt x="3050427" y="526940"/>
                  <a:pt x="2691065" y="248704"/>
                  <a:pt x="2921000" y="432652"/>
                </a:cubicBezTo>
                <a:cubicBezTo>
                  <a:pt x="2899349" y="382132"/>
                  <a:pt x="2806700" y="188573"/>
                  <a:pt x="2806700" y="115152"/>
                </a:cubicBezTo>
                <a:cubicBezTo>
                  <a:pt x="2806700" y="90468"/>
                  <a:pt x="2832100" y="157485"/>
                  <a:pt x="2844800" y="178652"/>
                </a:cubicBezTo>
                <a:cubicBezTo>
                  <a:pt x="2911005" y="430230"/>
                  <a:pt x="3009530" y="486066"/>
                  <a:pt x="2641600" y="559652"/>
                </a:cubicBezTo>
                <a:lnTo>
                  <a:pt x="2578100" y="572352"/>
                </a:lnTo>
                <a:cubicBezTo>
                  <a:pt x="2561167" y="580819"/>
                  <a:pt x="2509166" y="603192"/>
                  <a:pt x="2527300" y="597752"/>
                </a:cubicBezTo>
                <a:cubicBezTo>
                  <a:pt x="2587579" y="579668"/>
                  <a:pt x="2646853" y="558081"/>
                  <a:pt x="2705100" y="534252"/>
                </a:cubicBezTo>
                <a:cubicBezTo>
                  <a:pt x="2740145" y="519915"/>
                  <a:pt x="2806700" y="483452"/>
                  <a:pt x="2806700" y="483452"/>
                </a:cubicBezTo>
              </a:path>
            </a:pathLst>
          </a:custGeom>
          <a:noFill/>
          <a:ln w="38100">
            <a:solidFill>
              <a:srgbClr val="8A00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68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D778B-0885-AD2D-8A6E-912BF9F03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rma libre: forma 3">
            <a:extLst>
              <a:ext uri="{FF2B5EF4-FFF2-40B4-BE49-F238E27FC236}">
                <a16:creationId xmlns:a16="http://schemas.microsoft.com/office/drawing/2014/main" id="{C95820F6-CCD9-4620-1358-2D1BC9C19F42}"/>
              </a:ext>
            </a:extLst>
          </p:cNvPr>
          <p:cNvSpPr/>
          <p:nvPr/>
        </p:nvSpPr>
        <p:spPr>
          <a:xfrm>
            <a:off x="319303" y="1826482"/>
            <a:ext cx="891890" cy="2110778"/>
          </a:xfrm>
          <a:custGeom>
            <a:avLst/>
            <a:gdLst>
              <a:gd name="connsiteX0" fmla="*/ 1268696 w 1907325"/>
              <a:gd name="connsiteY0" fmla="*/ 0 h 4513942"/>
              <a:gd name="connsiteX1" fmla="*/ 1544467 w 1907325"/>
              <a:gd name="connsiteY1" fmla="*/ 348342 h 4513942"/>
              <a:gd name="connsiteX2" fmla="*/ 1762181 w 1907325"/>
              <a:gd name="connsiteY2" fmla="*/ 914400 h 4513942"/>
              <a:gd name="connsiteX3" fmla="*/ 1776696 w 1907325"/>
              <a:gd name="connsiteY3" fmla="*/ 1524000 h 4513942"/>
              <a:gd name="connsiteX4" fmla="*/ 1500924 w 1907325"/>
              <a:gd name="connsiteY4" fmla="*/ 2206171 h 4513942"/>
              <a:gd name="connsiteX5" fmla="*/ 1297724 w 1907325"/>
              <a:gd name="connsiteY5" fmla="*/ 2496457 h 4513942"/>
              <a:gd name="connsiteX6" fmla="*/ 572010 w 1907325"/>
              <a:gd name="connsiteY6" fmla="*/ 2772228 h 4513942"/>
              <a:gd name="connsiteX7" fmla="*/ 281724 w 1907325"/>
              <a:gd name="connsiteY7" fmla="*/ 2714171 h 4513942"/>
              <a:gd name="connsiteX8" fmla="*/ 5953 w 1907325"/>
              <a:gd name="connsiteY8" fmla="*/ 2119085 h 4513942"/>
              <a:gd name="connsiteX9" fmla="*/ 20467 w 1907325"/>
              <a:gd name="connsiteY9" fmla="*/ 1640114 h 4513942"/>
              <a:gd name="connsiteX10" fmla="*/ 194638 w 1907325"/>
              <a:gd name="connsiteY10" fmla="*/ 1364342 h 4513942"/>
              <a:gd name="connsiteX11" fmla="*/ 891324 w 1907325"/>
              <a:gd name="connsiteY11" fmla="*/ 1088571 h 4513942"/>
              <a:gd name="connsiteX12" fmla="*/ 1181610 w 1907325"/>
              <a:gd name="connsiteY12" fmla="*/ 1059542 h 4513942"/>
              <a:gd name="connsiteX13" fmla="*/ 1370296 w 1907325"/>
              <a:gd name="connsiteY13" fmla="*/ 1103085 h 4513942"/>
              <a:gd name="connsiteX14" fmla="*/ 1646067 w 1907325"/>
              <a:gd name="connsiteY14" fmla="*/ 1320800 h 4513942"/>
              <a:gd name="connsiteX15" fmla="*/ 1747667 w 1907325"/>
              <a:gd name="connsiteY15" fmla="*/ 1640114 h 4513942"/>
              <a:gd name="connsiteX16" fmla="*/ 1892810 w 1907325"/>
              <a:gd name="connsiteY16" fmla="*/ 2249714 h 4513942"/>
              <a:gd name="connsiteX17" fmla="*/ 1805724 w 1907325"/>
              <a:gd name="connsiteY17" fmla="*/ 3135085 h 4513942"/>
              <a:gd name="connsiteX18" fmla="*/ 1660581 w 1907325"/>
              <a:gd name="connsiteY18" fmla="*/ 3614057 h 4513942"/>
              <a:gd name="connsiteX19" fmla="*/ 1399324 w 1907325"/>
              <a:gd name="connsiteY19" fmla="*/ 3947885 h 4513942"/>
              <a:gd name="connsiteX20" fmla="*/ 1283210 w 1907325"/>
              <a:gd name="connsiteY20" fmla="*/ 4122057 h 4513942"/>
              <a:gd name="connsiteX21" fmla="*/ 1196124 w 1907325"/>
              <a:gd name="connsiteY21" fmla="*/ 4397828 h 4513942"/>
              <a:gd name="connsiteX22" fmla="*/ 1152581 w 1907325"/>
              <a:gd name="connsiteY22" fmla="*/ 4513942 h 4513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907325" h="4513942">
                <a:moveTo>
                  <a:pt x="1268696" y="0"/>
                </a:moveTo>
                <a:cubicBezTo>
                  <a:pt x="1442773" y="124340"/>
                  <a:pt x="1389854" y="67227"/>
                  <a:pt x="1544467" y="348342"/>
                </a:cubicBezTo>
                <a:cubicBezTo>
                  <a:pt x="1699367" y="629979"/>
                  <a:pt x="1682866" y="628863"/>
                  <a:pt x="1762181" y="914400"/>
                </a:cubicBezTo>
                <a:cubicBezTo>
                  <a:pt x="1776471" y="1078734"/>
                  <a:pt x="1815799" y="1351947"/>
                  <a:pt x="1776696" y="1524000"/>
                </a:cubicBezTo>
                <a:cubicBezTo>
                  <a:pt x="1747705" y="1651561"/>
                  <a:pt x="1570804" y="2083882"/>
                  <a:pt x="1500924" y="2206171"/>
                </a:cubicBezTo>
                <a:cubicBezTo>
                  <a:pt x="1442324" y="2308722"/>
                  <a:pt x="1384895" y="2416758"/>
                  <a:pt x="1297724" y="2496457"/>
                </a:cubicBezTo>
                <a:cubicBezTo>
                  <a:pt x="1086760" y="2689339"/>
                  <a:pt x="836364" y="2708418"/>
                  <a:pt x="572010" y="2772228"/>
                </a:cubicBezTo>
                <a:cubicBezTo>
                  <a:pt x="475248" y="2752876"/>
                  <a:pt x="368793" y="2760608"/>
                  <a:pt x="281724" y="2714171"/>
                </a:cubicBezTo>
                <a:cubicBezTo>
                  <a:pt x="101836" y="2618231"/>
                  <a:pt x="43703" y="2240724"/>
                  <a:pt x="5953" y="2119085"/>
                </a:cubicBezTo>
                <a:cubicBezTo>
                  <a:pt x="10791" y="1959428"/>
                  <a:pt x="-18273" y="1795075"/>
                  <a:pt x="20467" y="1640114"/>
                </a:cubicBezTo>
                <a:cubicBezTo>
                  <a:pt x="46836" y="1534637"/>
                  <a:pt x="119120" y="1442557"/>
                  <a:pt x="194638" y="1364342"/>
                </a:cubicBezTo>
                <a:cubicBezTo>
                  <a:pt x="353037" y="1200286"/>
                  <a:pt x="709339" y="1127068"/>
                  <a:pt x="891324" y="1088571"/>
                </a:cubicBezTo>
                <a:cubicBezTo>
                  <a:pt x="986463" y="1068445"/>
                  <a:pt x="1084848" y="1069218"/>
                  <a:pt x="1181610" y="1059542"/>
                </a:cubicBezTo>
                <a:cubicBezTo>
                  <a:pt x="1244505" y="1074056"/>
                  <a:pt x="1310554" y="1078645"/>
                  <a:pt x="1370296" y="1103085"/>
                </a:cubicBezTo>
                <a:cubicBezTo>
                  <a:pt x="1458125" y="1139015"/>
                  <a:pt x="1582620" y="1263698"/>
                  <a:pt x="1646067" y="1320800"/>
                </a:cubicBezTo>
                <a:cubicBezTo>
                  <a:pt x="1679934" y="1427238"/>
                  <a:pt x="1718992" y="1532161"/>
                  <a:pt x="1747667" y="1640114"/>
                </a:cubicBezTo>
                <a:cubicBezTo>
                  <a:pt x="1801291" y="1841994"/>
                  <a:pt x="1892810" y="2249714"/>
                  <a:pt x="1892810" y="2249714"/>
                </a:cubicBezTo>
                <a:cubicBezTo>
                  <a:pt x="1912101" y="2693420"/>
                  <a:pt x="1933113" y="2603050"/>
                  <a:pt x="1805724" y="3135085"/>
                </a:cubicBezTo>
                <a:cubicBezTo>
                  <a:pt x="1766878" y="3297326"/>
                  <a:pt x="1735188" y="3464843"/>
                  <a:pt x="1660581" y="3614057"/>
                </a:cubicBezTo>
                <a:cubicBezTo>
                  <a:pt x="1597389" y="3740441"/>
                  <a:pt x="1483586" y="3834456"/>
                  <a:pt x="1399324" y="3947885"/>
                </a:cubicBezTo>
                <a:cubicBezTo>
                  <a:pt x="1357715" y="4003897"/>
                  <a:pt x="1321915" y="4064000"/>
                  <a:pt x="1283210" y="4122057"/>
                </a:cubicBezTo>
                <a:cubicBezTo>
                  <a:pt x="1254181" y="4213981"/>
                  <a:pt x="1226608" y="4306377"/>
                  <a:pt x="1196124" y="4397828"/>
                </a:cubicBezTo>
                <a:cubicBezTo>
                  <a:pt x="1183052" y="4437043"/>
                  <a:pt x="1152581" y="4513942"/>
                  <a:pt x="1152581" y="451394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D17A5E4-31E6-9CCB-FD8D-1F863693B8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5173" y="3428999"/>
            <a:ext cx="1177254" cy="2261919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B3FD4BD8-695C-68B3-B4E0-7B77495F4F0D}"/>
              </a:ext>
            </a:extLst>
          </p:cNvPr>
          <p:cNvSpPr txBox="1"/>
          <p:nvPr/>
        </p:nvSpPr>
        <p:spPr>
          <a:xfrm>
            <a:off x="7695075" y="5034795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6A2B1BAF-1513-FF9E-6401-E6FC49930842}"/>
              </a:ext>
            </a:extLst>
          </p:cNvPr>
          <p:cNvSpPr/>
          <p:nvPr/>
        </p:nvSpPr>
        <p:spPr>
          <a:xfrm>
            <a:off x="7695075" y="5256864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BF0FC72-E773-207F-7291-3726A981AE24}"/>
              </a:ext>
            </a:extLst>
          </p:cNvPr>
          <p:cNvSpPr txBox="1"/>
          <p:nvPr/>
        </p:nvSpPr>
        <p:spPr>
          <a:xfrm>
            <a:off x="7715814" y="555138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print(</a:t>
            </a:r>
            <a:r>
              <a:rPr lang="en-US" dirty="0" err="1"/>
              <a:t>numbers_times_two</a:t>
            </a:r>
            <a:r>
              <a:rPr lang="en-US" dirty="0"/>
              <a:t>)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7EE60B71-827D-A215-BC76-8270F24A0C60}"/>
              </a:ext>
            </a:extLst>
          </p:cNvPr>
          <p:cNvGrpSpPr/>
          <p:nvPr/>
        </p:nvGrpSpPr>
        <p:grpSpPr>
          <a:xfrm>
            <a:off x="7837125" y="38921"/>
            <a:ext cx="3058402" cy="1254083"/>
            <a:chOff x="7470476" y="695741"/>
            <a:chExt cx="4446516" cy="1254083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2FF2BC8B-7C6D-DBA2-5F7D-509B513A9DD6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59ED4389-5502-3EAF-CF6D-A5A9A986A3C7}"/>
                </a:ext>
              </a:extLst>
            </p:cNvPr>
            <p:cNvSpPr txBox="1"/>
            <p:nvPr/>
          </p:nvSpPr>
          <p:spPr>
            <a:xfrm>
              <a:off x="7470476" y="1304205"/>
              <a:ext cx="44465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numbers = [1, 2, 3, 4, 5]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CAFF6D8-BBB3-9BEE-9632-31D4245689E4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1</a:t>
              </a:r>
            </a:p>
          </p:txBody>
        </p: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9AE5138-73FC-4E7F-2401-30ED0994A4D8}"/>
              </a:ext>
            </a:extLst>
          </p:cNvPr>
          <p:cNvSpPr txBox="1"/>
          <p:nvPr/>
        </p:nvSpPr>
        <p:spPr>
          <a:xfrm>
            <a:off x="6983290" y="4105348"/>
            <a:ext cx="3616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00B050"/>
                </a:solidFill>
              </a:rPr>
              <a:t>T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8F80A30-87A2-FBFD-4755-64B0B6A81219}"/>
              </a:ext>
            </a:extLst>
          </p:cNvPr>
          <p:cNvSpPr txBox="1"/>
          <p:nvPr/>
        </p:nvSpPr>
        <p:spPr>
          <a:xfrm>
            <a:off x="11199788" y="3877657"/>
            <a:ext cx="58384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F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90A775CD-E74B-4458-833C-1F1F19AF93C7}"/>
              </a:ext>
            </a:extLst>
          </p:cNvPr>
          <p:cNvGrpSpPr/>
          <p:nvPr/>
        </p:nvGrpSpPr>
        <p:grpSpPr>
          <a:xfrm>
            <a:off x="6983289" y="2512539"/>
            <a:ext cx="4662725" cy="1254083"/>
            <a:chOff x="7661456" y="695741"/>
            <a:chExt cx="4002164" cy="1254083"/>
          </a:xfrm>
        </p:grpSpPr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88420749-9489-9DC9-2AC9-45B601981308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B45B4538-8B3D-7239-AFC2-30C0D71CDB50}"/>
                </a:ext>
              </a:extLst>
            </p:cNvPr>
            <p:cNvSpPr txBox="1"/>
            <p:nvPr/>
          </p:nvSpPr>
          <p:spPr>
            <a:xfrm>
              <a:off x="7661456" y="1276957"/>
              <a:ext cx="4002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is </a:t>
              </a:r>
              <a:r>
                <a:rPr lang="en-US" b="1" dirty="0">
                  <a:solidFill>
                    <a:srgbClr val="B400B8"/>
                  </a:solidFill>
                </a:rPr>
                <a:t>number</a:t>
              </a:r>
              <a:r>
                <a:rPr lang="en-US" dirty="0"/>
                <a:t> in </a:t>
              </a:r>
              <a:r>
                <a:rPr lang="en-US" b="1" dirty="0">
                  <a:solidFill>
                    <a:srgbClr val="D3934D"/>
                  </a:solidFill>
                </a:rPr>
                <a:t>numbers</a:t>
              </a:r>
              <a:r>
                <a:rPr lang="en-US" dirty="0"/>
                <a:t>?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49C63464-0707-5F94-EBF4-06C7C9D7DBD0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3</a:t>
              </a:r>
            </a:p>
          </p:txBody>
        </p:sp>
      </p:grpSp>
      <p:sp>
        <p:nvSpPr>
          <p:cNvPr id="24" name="Título 1">
            <a:extLst>
              <a:ext uri="{FF2B5EF4-FFF2-40B4-BE49-F238E27FC236}">
                <a16:creationId xmlns:a16="http://schemas.microsoft.com/office/drawing/2014/main" id="{4052CBAF-FC75-8162-5946-ECDE800D5F12}"/>
              </a:ext>
            </a:extLst>
          </p:cNvPr>
          <p:cNvSpPr txBox="1">
            <a:spLocks/>
          </p:cNvSpPr>
          <p:nvPr/>
        </p:nvSpPr>
        <p:spPr>
          <a:xfrm>
            <a:off x="12986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AR" sz="3600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For</a:t>
            </a:r>
            <a:r>
              <a:rPr lang="es-AR" sz="3600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 ____ in </a:t>
            </a:r>
            <a:r>
              <a:rPr lang="es-AR" sz="3600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range</a:t>
            </a:r>
            <a:r>
              <a:rPr lang="es-AR" sz="3600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(a, b, c)</a:t>
            </a:r>
            <a:br>
              <a:rPr lang="es-AR" dirty="0"/>
            </a:br>
            <a:r>
              <a:rPr lang="es-AR" sz="3600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sz="3600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sz="3600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r>
              <a:rPr lang="es-AR" sz="3600" dirty="0"/>
              <a:t> </a:t>
            </a:r>
            <a:endParaRPr lang="en-US" dirty="0"/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232A4A96-1611-6DEB-5DEC-EEE91AAE6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27524"/>
            <a:ext cx="5212300" cy="2217062"/>
          </a:xfrm>
          <a:prstGeom prst="rect">
            <a:avLst/>
          </a:prstGeom>
        </p:spPr>
      </p:pic>
      <p:sp>
        <p:nvSpPr>
          <p:cNvPr id="27" name="Elipse 26">
            <a:extLst>
              <a:ext uri="{FF2B5EF4-FFF2-40B4-BE49-F238E27FC236}">
                <a16:creationId xmlns:a16="http://schemas.microsoft.com/office/drawing/2014/main" id="{B55954FB-A683-BEA6-00D0-21DE3BC40B0C}"/>
              </a:ext>
            </a:extLst>
          </p:cNvPr>
          <p:cNvSpPr/>
          <p:nvPr/>
        </p:nvSpPr>
        <p:spPr>
          <a:xfrm>
            <a:off x="3075390" y="2927295"/>
            <a:ext cx="2537838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DE84FE9F-0B0A-E8E2-65C4-A5736A2DF49D}"/>
              </a:ext>
            </a:extLst>
          </p:cNvPr>
          <p:cNvSpPr txBox="1"/>
          <p:nvPr/>
        </p:nvSpPr>
        <p:spPr>
          <a:xfrm>
            <a:off x="2240678" y="3221820"/>
            <a:ext cx="4523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Double the number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E3F1BA8-1906-79B7-A9C2-0143A9D2DE0E}"/>
              </a:ext>
            </a:extLst>
          </p:cNvPr>
          <p:cNvSpPr txBox="1"/>
          <p:nvPr/>
        </p:nvSpPr>
        <p:spPr>
          <a:xfrm>
            <a:off x="2741561" y="2719523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4</a:t>
            </a:r>
          </a:p>
        </p:txBody>
      </p:sp>
      <p:sp>
        <p:nvSpPr>
          <p:cNvPr id="30" name="Forma libre: forma 29">
            <a:extLst>
              <a:ext uri="{FF2B5EF4-FFF2-40B4-BE49-F238E27FC236}">
                <a16:creationId xmlns:a16="http://schemas.microsoft.com/office/drawing/2014/main" id="{4B8A336A-4C48-8290-1185-02C5B1DA9779}"/>
              </a:ext>
            </a:extLst>
          </p:cNvPr>
          <p:cNvSpPr/>
          <p:nvPr/>
        </p:nvSpPr>
        <p:spPr>
          <a:xfrm>
            <a:off x="9192229" y="1574800"/>
            <a:ext cx="502689" cy="1371600"/>
          </a:xfrm>
          <a:custGeom>
            <a:avLst/>
            <a:gdLst>
              <a:gd name="connsiteX0" fmla="*/ 320071 w 502689"/>
              <a:gd name="connsiteY0" fmla="*/ 0 h 1371600"/>
              <a:gd name="connsiteX1" fmla="*/ 269271 w 502689"/>
              <a:gd name="connsiteY1" fmla="*/ 368300 h 1371600"/>
              <a:gd name="connsiteX2" fmla="*/ 218471 w 502689"/>
              <a:gd name="connsiteY2" fmla="*/ 1155700 h 1371600"/>
              <a:gd name="connsiteX3" fmla="*/ 2571 w 502689"/>
              <a:gd name="connsiteY3" fmla="*/ 647700 h 1371600"/>
              <a:gd name="connsiteX4" fmla="*/ 91471 w 502689"/>
              <a:gd name="connsiteY4" fmla="*/ 825500 h 1371600"/>
              <a:gd name="connsiteX5" fmla="*/ 180371 w 502689"/>
              <a:gd name="connsiteY5" fmla="*/ 1104900 h 1371600"/>
              <a:gd name="connsiteX6" fmla="*/ 218471 w 502689"/>
              <a:gd name="connsiteY6" fmla="*/ 1143000 h 1371600"/>
              <a:gd name="connsiteX7" fmla="*/ 447071 w 502689"/>
              <a:gd name="connsiteY7" fmla="*/ 800100 h 1371600"/>
              <a:gd name="connsiteX8" fmla="*/ 497871 w 502689"/>
              <a:gd name="connsiteY8" fmla="*/ 685800 h 1371600"/>
              <a:gd name="connsiteX9" fmla="*/ 116871 w 502689"/>
              <a:gd name="connsiteY9" fmla="*/ 137160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02689" h="1371600">
                <a:moveTo>
                  <a:pt x="320071" y="0"/>
                </a:moveTo>
                <a:cubicBezTo>
                  <a:pt x="303138" y="122767"/>
                  <a:pt x="278315" y="244701"/>
                  <a:pt x="269271" y="368300"/>
                </a:cubicBezTo>
                <a:cubicBezTo>
                  <a:pt x="224676" y="977763"/>
                  <a:pt x="239449" y="715166"/>
                  <a:pt x="218471" y="1155700"/>
                </a:cubicBezTo>
                <a:cubicBezTo>
                  <a:pt x="130859" y="980475"/>
                  <a:pt x="60923" y="851932"/>
                  <a:pt x="2571" y="647700"/>
                </a:cubicBezTo>
                <a:cubicBezTo>
                  <a:pt x="-15633" y="583987"/>
                  <a:pt x="67971" y="763545"/>
                  <a:pt x="91471" y="825500"/>
                </a:cubicBezTo>
                <a:cubicBezTo>
                  <a:pt x="128785" y="923873"/>
                  <a:pt x="127074" y="1016072"/>
                  <a:pt x="180371" y="1104900"/>
                </a:cubicBezTo>
                <a:cubicBezTo>
                  <a:pt x="189612" y="1120301"/>
                  <a:pt x="205771" y="1130300"/>
                  <a:pt x="218471" y="1143000"/>
                </a:cubicBezTo>
                <a:cubicBezTo>
                  <a:pt x="333645" y="1004791"/>
                  <a:pt x="312826" y="1037003"/>
                  <a:pt x="447071" y="800100"/>
                </a:cubicBezTo>
                <a:cubicBezTo>
                  <a:pt x="467626" y="763826"/>
                  <a:pt x="518468" y="649549"/>
                  <a:pt x="497871" y="685800"/>
                </a:cubicBezTo>
                <a:cubicBezTo>
                  <a:pt x="93689" y="1397160"/>
                  <a:pt x="311192" y="1177279"/>
                  <a:pt x="116871" y="1371600"/>
                </a:cubicBezTo>
              </a:path>
            </a:pathLst>
          </a:custGeom>
          <a:noFill/>
          <a:ln w="38100">
            <a:solidFill>
              <a:srgbClr val="79117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orma libre: forma 30">
            <a:extLst>
              <a:ext uri="{FF2B5EF4-FFF2-40B4-BE49-F238E27FC236}">
                <a16:creationId xmlns:a16="http://schemas.microsoft.com/office/drawing/2014/main" id="{90C82C1B-8763-606B-61A5-C9A79FC72270}"/>
              </a:ext>
            </a:extLst>
          </p:cNvPr>
          <p:cNvSpPr/>
          <p:nvPr/>
        </p:nvSpPr>
        <p:spPr>
          <a:xfrm>
            <a:off x="8962085" y="4025900"/>
            <a:ext cx="476017" cy="1143000"/>
          </a:xfrm>
          <a:custGeom>
            <a:avLst/>
            <a:gdLst>
              <a:gd name="connsiteX0" fmla="*/ 270815 w 476017"/>
              <a:gd name="connsiteY0" fmla="*/ 0 h 1143000"/>
              <a:gd name="connsiteX1" fmla="*/ 258115 w 476017"/>
              <a:gd name="connsiteY1" fmla="*/ 431800 h 1143000"/>
              <a:gd name="connsiteX2" fmla="*/ 232715 w 476017"/>
              <a:gd name="connsiteY2" fmla="*/ 609600 h 1143000"/>
              <a:gd name="connsiteX3" fmla="*/ 220015 w 476017"/>
              <a:gd name="connsiteY3" fmla="*/ 723900 h 1143000"/>
              <a:gd name="connsiteX4" fmla="*/ 207315 w 476017"/>
              <a:gd name="connsiteY4" fmla="*/ 1079500 h 1143000"/>
              <a:gd name="connsiteX5" fmla="*/ 194615 w 476017"/>
              <a:gd name="connsiteY5" fmla="*/ 1130300 h 1143000"/>
              <a:gd name="connsiteX6" fmla="*/ 118415 w 476017"/>
              <a:gd name="connsiteY6" fmla="*/ 1092200 h 1143000"/>
              <a:gd name="connsiteX7" fmla="*/ 54915 w 476017"/>
              <a:gd name="connsiteY7" fmla="*/ 977900 h 1143000"/>
              <a:gd name="connsiteX8" fmla="*/ 42215 w 476017"/>
              <a:gd name="connsiteY8" fmla="*/ 939800 h 1143000"/>
              <a:gd name="connsiteX9" fmla="*/ 80315 w 476017"/>
              <a:gd name="connsiteY9" fmla="*/ 965200 h 1143000"/>
              <a:gd name="connsiteX10" fmla="*/ 131115 w 476017"/>
              <a:gd name="connsiteY10" fmla="*/ 1016000 h 1143000"/>
              <a:gd name="connsiteX11" fmla="*/ 181915 w 476017"/>
              <a:gd name="connsiteY11" fmla="*/ 1041400 h 1143000"/>
              <a:gd name="connsiteX12" fmla="*/ 220015 w 476017"/>
              <a:gd name="connsiteY12" fmla="*/ 1066800 h 1143000"/>
              <a:gd name="connsiteX13" fmla="*/ 232715 w 476017"/>
              <a:gd name="connsiteY13" fmla="*/ 1117600 h 1143000"/>
              <a:gd name="connsiteX14" fmla="*/ 474015 w 476017"/>
              <a:gd name="connsiteY14" fmla="*/ 876300 h 1143000"/>
              <a:gd name="connsiteX15" fmla="*/ 385115 w 476017"/>
              <a:gd name="connsiteY15" fmla="*/ 990600 h 1143000"/>
              <a:gd name="connsiteX16" fmla="*/ 347015 w 476017"/>
              <a:gd name="connsiteY16" fmla="*/ 1054100 h 1143000"/>
              <a:gd name="connsiteX17" fmla="*/ 308915 w 476017"/>
              <a:gd name="connsiteY17" fmla="*/ 1079500 h 1143000"/>
              <a:gd name="connsiteX18" fmla="*/ 232715 w 476017"/>
              <a:gd name="connsiteY18" fmla="*/ 1143000 h 1143000"/>
              <a:gd name="connsiteX19" fmla="*/ 143815 w 476017"/>
              <a:gd name="connsiteY19" fmla="*/ 1130300 h 1143000"/>
              <a:gd name="connsiteX20" fmla="*/ 29515 w 476017"/>
              <a:gd name="connsiteY20" fmla="*/ 1041400 h 1143000"/>
              <a:gd name="connsiteX21" fmla="*/ 16815 w 476017"/>
              <a:gd name="connsiteY21" fmla="*/ 990600 h 1143000"/>
              <a:gd name="connsiteX22" fmla="*/ 4115 w 476017"/>
              <a:gd name="connsiteY22" fmla="*/ 952500 h 1143000"/>
              <a:gd name="connsiteX23" fmla="*/ 80315 w 476017"/>
              <a:gd name="connsiteY23" fmla="*/ 1003300 h 1143000"/>
              <a:gd name="connsiteX24" fmla="*/ 131115 w 476017"/>
              <a:gd name="connsiteY24" fmla="*/ 1041400 h 1143000"/>
              <a:gd name="connsiteX25" fmla="*/ 207315 w 476017"/>
              <a:gd name="connsiteY25" fmla="*/ 1117600 h 1143000"/>
              <a:gd name="connsiteX26" fmla="*/ 207315 w 476017"/>
              <a:gd name="connsiteY26" fmla="*/ 1130300 h 114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476017" h="1143000">
                <a:moveTo>
                  <a:pt x="270815" y="0"/>
                </a:moveTo>
                <a:cubicBezTo>
                  <a:pt x="266582" y="143933"/>
                  <a:pt x="264805" y="287960"/>
                  <a:pt x="258115" y="431800"/>
                </a:cubicBezTo>
                <a:cubicBezTo>
                  <a:pt x="251082" y="583009"/>
                  <a:pt x="248400" y="499807"/>
                  <a:pt x="232715" y="609600"/>
                </a:cubicBezTo>
                <a:cubicBezTo>
                  <a:pt x="227294" y="647549"/>
                  <a:pt x="224248" y="685800"/>
                  <a:pt x="220015" y="723900"/>
                </a:cubicBezTo>
                <a:cubicBezTo>
                  <a:pt x="215782" y="842433"/>
                  <a:pt x="214714" y="961122"/>
                  <a:pt x="207315" y="1079500"/>
                </a:cubicBezTo>
                <a:cubicBezTo>
                  <a:pt x="206226" y="1096920"/>
                  <a:pt x="211894" y="1127832"/>
                  <a:pt x="194615" y="1130300"/>
                </a:cubicBezTo>
                <a:cubicBezTo>
                  <a:pt x="166502" y="1134316"/>
                  <a:pt x="143815" y="1104900"/>
                  <a:pt x="118415" y="1092200"/>
                </a:cubicBezTo>
                <a:cubicBezTo>
                  <a:pt x="50060" y="1006756"/>
                  <a:pt x="78472" y="1060351"/>
                  <a:pt x="54915" y="977900"/>
                </a:cubicBezTo>
                <a:cubicBezTo>
                  <a:pt x="51237" y="965028"/>
                  <a:pt x="30241" y="945787"/>
                  <a:pt x="42215" y="939800"/>
                </a:cubicBezTo>
                <a:cubicBezTo>
                  <a:pt x="55867" y="932974"/>
                  <a:pt x="68726" y="955267"/>
                  <a:pt x="80315" y="965200"/>
                </a:cubicBezTo>
                <a:cubicBezTo>
                  <a:pt x="98497" y="980785"/>
                  <a:pt x="111957" y="1001632"/>
                  <a:pt x="131115" y="1016000"/>
                </a:cubicBezTo>
                <a:cubicBezTo>
                  <a:pt x="146261" y="1027359"/>
                  <a:pt x="165477" y="1032007"/>
                  <a:pt x="181915" y="1041400"/>
                </a:cubicBezTo>
                <a:cubicBezTo>
                  <a:pt x="195167" y="1048973"/>
                  <a:pt x="207315" y="1058333"/>
                  <a:pt x="220015" y="1066800"/>
                </a:cubicBezTo>
                <a:cubicBezTo>
                  <a:pt x="224248" y="1083733"/>
                  <a:pt x="215782" y="1121833"/>
                  <a:pt x="232715" y="1117600"/>
                </a:cubicBezTo>
                <a:cubicBezTo>
                  <a:pt x="331861" y="1092813"/>
                  <a:pt x="443631" y="967451"/>
                  <a:pt x="474015" y="876300"/>
                </a:cubicBezTo>
                <a:cubicBezTo>
                  <a:pt x="489279" y="830509"/>
                  <a:pt x="413170" y="951323"/>
                  <a:pt x="385115" y="990600"/>
                </a:cubicBezTo>
                <a:cubicBezTo>
                  <a:pt x="370768" y="1010686"/>
                  <a:pt x="363079" y="1035358"/>
                  <a:pt x="347015" y="1054100"/>
                </a:cubicBezTo>
                <a:cubicBezTo>
                  <a:pt x="337082" y="1065689"/>
                  <a:pt x="320641" y="1069729"/>
                  <a:pt x="308915" y="1079500"/>
                </a:cubicBezTo>
                <a:cubicBezTo>
                  <a:pt x="211129" y="1160988"/>
                  <a:pt x="327310" y="1079937"/>
                  <a:pt x="232715" y="1143000"/>
                </a:cubicBezTo>
                <a:cubicBezTo>
                  <a:pt x="203082" y="1138767"/>
                  <a:pt x="170589" y="1143687"/>
                  <a:pt x="143815" y="1130300"/>
                </a:cubicBezTo>
                <a:cubicBezTo>
                  <a:pt x="100643" y="1108714"/>
                  <a:pt x="29515" y="1041400"/>
                  <a:pt x="29515" y="1041400"/>
                </a:cubicBezTo>
                <a:cubicBezTo>
                  <a:pt x="25282" y="1024467"/>
                  <a:pt x="21610" y="1007383"/>
                  <a:pt x="16815" y="990600"/>
                </a:cubicBezTo>
                <a:cubicBezTo>
                  <a:pt x="13137" y="977728"/>
                  <a:pt x="-9012" y="949875"/>
                  <a:pt x="4115" y="952500"/>
                </a:cubicBezTo>
                <a:cubicBezTo>
                  <a:pt x="34049" y="958487"/>
                  <a:pt x="55306" y="985794"/>
                  <a:pt x="80315" y="1003300"/>
                </a:cubicBezTo>
                <a:cubicBezTo>
                  <a:pt x="97655" y="1015438"/>
                  <a:pt x="113891" y="1029097"/>
                  <a:pt x="131115" y="1041400"/>
                </a:cubicBezTo>
                <a:cubicBezTo>
                  <a:pt x="177685" y="1074664"/>
                  <a:pt x="172734" y="1059966"/>
                  <a:pt x="207315" y="1117600"/>
                </a:cubicBezTo>
                <a:cubicBezTo>
                  <a:pt x="209493" y="1121230"/>
                  <a:pt x="207315" y="1126067"/>
                  <a:pt x="207315" y="1130300"/>
                </a:cubicBezTo>
              </a:path>
            </a:pathLst>
          </a:custGeom>
          <a:noFill/>
          <a:ln w="38100">
            <a:solidFill>
              <a:srgbClr val="79117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orma libre: forma 31">
            <a:extLst>
              <a:ext uri="{FF2B5EF4-FFF2-40B4-BE49-F238E27FC236}">
                <a16:creationId xmlns:a16="http://schemas.microsoft.com/office/drawing/2014/main" id="{461E4934-38FA-FC4C-1FD0-5E43804ECB7D}"/>
              </a:ext>
            </a:extLst>
          </p:cNvPr>
          <p:cNvSpPr/>
          <p:nvPr/>
        </p:nvSpPr>
        <p:spPr>
          <a:xfrm>
            <a:off x="5435600" y="3746500"/>
            <a:ext cx="1587500" cy="457200"/>
          </a:xfrm>
          <a:custGeom>
            <a:avLst/>
            <a:gdLst>
              <a:gd name="connsiteX0" fmla="*/ 1587500 w 1587500"/>
              <a:gd name="connsiteY0" fmla="*/ 0 h 457200"/>
              <a:gd name="connsiteX1" fmla="*/ 1422400 w 1587500"/>
              <a:gd name="connsiteY1" fmla="*/ 228600 h 457200"/>
              <a:gd name="connsiteX2" fmla="*/ 1054100 w 1587500"/>
              <a:gd name="connsiteY2" fmla="*/ 457200 h 457200"/>
              <a:gd name="connsiteX3" fmla="*/ 635000 w 1587500"/>
              <a:gd name="connsiteY3" fmla="*/ 381000 h 457200"/>
              <a:gd name="connsiteX4" fmla="*/ 406400 w 1587500"/>
              <a:gd name="connsiteY4" fmla="*/ 241300 h 457200"/>
              <a:gd name="connsiteX5" fmla="*/ 203200 w 1587500"/>
              <a:gd name="connsiteY5" fmla="*/ 177800 h 457200"/>
              <a:gd name="connsiteX6" fmla="*/ 101600 w 1587500"/>
              <a:gd name="connsiteY6" fmla="*/ 152400 h 457200"/>
              <a:gd name="connsiteX7" fmla="*/ 25400 w 1587500"/>
              <a:gd name="connsiteY7" fmla="*/ 127000 h 457200"/>
              <a:gd name="connsiteX8" fmla="*/ 88900 w 1587500"/>
              <a:gd name="connsiteY8" fmla="*/ 101600 h 457200"/>
              <a:gd name="connsiteX9" fmla="*/ 12700 w 1587500"/>
              <a:gd name="connsiteY9" fmla="*/ 76200 h 457200"/>
              <a:gd name="connsiteX10" fmla="*/ 25400 w 1587500"/>
              <a:gd name="connsiteY10" fmla="*/ 190500 h 457200"/>
              <a:gd name="connsiteX11" fmla="*/ 101600 w 1587500"/>
              <a:gd name="connsiteY11" fmla="*/ 342900 h 457200"/>
              <a:gd name="connsiteX12" fmla="*/ 25400 w 1587500"/>
              <a:gd name="connsiteY12" fmla="*/ 228600 h 457200"/>
              <a:gd name="connsiteX13" fmla="*/ 0 w 1587500"/>
              <a:gd name="connsiteY13" fmla="*/ 165100 h 457200"/>
              <a:gd name="connsiteX14" fmla="*/ 25400 w 1587500"/>
              <a:gd name="connsiteY14" fmla="*/ 101600 h 457200"/>
              <a:gd name="connsiteX15" fmla="*/ 127000 w 1587500"/>
              <a:gd name="connsiteY15" fmla="*/ 76200 h 457200"/>
              <a:gd name="connsiteX16" fmla="*/ 203200 w 1587500"/>
              <a:gd name="connsiteY16" fmla="*/ 50800 h 457200"/>
              <a:gd name="connsiteX17" fmla="*/ 101600 w 1587500"/>
              <a:gd name="connsiteY17" fmla="*/ 63500 h 457200"/>
              <a:gd name="connsiteX18" fmla="*/ 152400 w 1587500"/>
              <a:gd name="connsiteY18" fmla="*/ 76200 h 457200"/>
              <a:gd name="connsiteX19" fmla="*/ 215900 w 1587500"/>
              <a:gd name="connsiteY19" fmla="*/ 63500 h 457200"/>
              <a:gd name="connsiteX20" fmla="*/ 38100 w 1587500"/>
              <a:gd name="connsiteY20" fmla="*/ 88900 h 457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1587500" h="457200">
                <a:moveTo>
                  <a:pt x="1587500" y="0"/>
                </a:moveTo>
                <a:cubicBezTo>
                  <a:pt x="1540026" y="79123"/>
                  <a:pt x="1490337" y="167457"/>
                  <a:pt x="1422400" y="228600"/>
                </a:cubicBezTo>
                <a:cubicBezTo>
                  <a:pt x="1260751" y="374084"/>
                  <a:pt x="1211805" y="387109"/>
                  <a:pt x="1054100" y="457200"/>
                </a:cubicBezTo>
                <a:cubicBezTo>
                  <a:pt x="840560" y="436863"/>
                  <a:pt x="808280" y="453960"/>
                  <a:pt x="635000" y="381000"/>
                </a:cubicBezTo>
                <a:cubicBezTo>
                  <a:pt x="522941" y="333817"/>
                  <a:pt x="534845" y="298387"/>
                  <a:pt x="406400" y="241300"/>
                </a:cubicBezTo>
                <a:cubicBezTo>
                  <a:pt x="341553" y="212479"/>
                  <a:pt x="271325" y="197670"/>
                  <a:pt x="203200" y="177800"/>
                </a:cubicBezTo>
                <a:cubicBezTo>
                  <a:pt x="169687" y="168025"/>
                  <a:pt x="135166" y="161990"/>
                  <a:pt x="101600" y="152400"/>
                </a:cubicBezTo>
                <a:cubicBezTo>
                  <a:pt x="75856" y="145045"/>
                  <a:pt x="25400" y="127000"/>
                  <a:pt x="25400" y="127000"/>
                </a:cubicBezTo>
                <a:cubicBezTo>
                  <a:pt x="46567" y="118533"/>
                  <a:pt x="66783" y="107129"/>
                  <a:pt x="88900" y="101600"/>
                </a:cubicBezTo>
                <a:cubicBezTo>
                  <a:pt x="185398" y="77475"/>
                  <a:pt x="294389" y="97868"/>
                  <a:pt x="12700" y="76200"/>
                </a:cubicBezTo>
                <a:cubicBezTo>
                  <a:pt x="16933" y="114300"/>
                  <a:pt x="13278" y="154133"/>
                  <a:pt x="25400" y="190500"/>
                </a:cubicBezTo>
                <a:cubicBezTo>
                  <a:pt x="43361" y="244382"/>
                  <a:pt x="133105" y="390157"/>
                  <a:pt x="101600" y="342900"/>
                </a:cubicBezTo>
                <a:cubicBezTo>
                  <a:pt x="76200" y="304800"/>
                  <a:pt x="48118" y="268357"/>
                  <a:pt x="25400" y="228600"/>
                </a:cubicBezTo>
                <a:cubicBezTo>
                  <a:pt x="14089" y="208806"/>
                  <a:pt x="8467" y="186267"/>
                  <a:pt x="0" y="165100"/>
                </a:cubicBezTo>
                <a:cubicBezTo>
                  <a:pt x="8467" y="143933"/>
                  <a:pt x="6724" y="114673"/>
                  <a:pt x="25400" y="101600"/>
                </a:cubicBezTo>
                <a:cubicBezTo>
                  <a:pt x="53999" y="81581"/>
                  <a:pt x="93434" y="85790"/>
                  <a:pt x="127000" y="76200"/>
                </a:cubicBezTo>
                <a:cubicBezTo>
                  <a:pt x="152744" y="68845"/>
                  <a:pt x="227147" y="62774"/>
                  <a:pt x="203200" y="50800"/>
                </a:cubicBezTo>
                <a:cubicBezTo>
                  <a:pt x="172673" y="35536"/>
                  <a:pt x="135467" y="59267"/>
                  <a:pt x="101600" y="63500"/>
                </a:cubicBezTo>
                <a:cubicBezTo>
                  <a:pt x="118533" y="67733"/>
                  <a:pt x="134946" y="76200"/>
                  <a:pt x="152400" y="76200"/>
                </a:cubicBezTo>
                <a:cubicBezTo>
                  <a:pt x="173986" y="76200"/>
                  <a:pt x="237486" y="63500"/>
                  <a:pt x="215900" y="63500"/>
                </a:cubicBezTo>
                <a:cubicBezTo>
                  <a:pt x="81039" y="63500"/>
                  <a:pt x="104086" y="55907"/>
                  <a:pt x="38100" y="88900"/>
                </a:cubicBezTo>
              </a:path>
            </a:pathLst>
          </a:custGeom>
          <a:noFill/>
          <a:ln w="38100">
            <a:solidFill>
              <a:srgbClr val="79117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orma libre: forma 32">
            <a:extLst>
              <a:ext uri="{FF2B5EF4-FFF2-40B4-BE49-F238E27FC236}">
                <a16:creationId xmlns:a16="http://schemas.microsoft.com/office/drawing/2014/main" id="{0247C50D-848C-92BF-DB91-0D5AEB231BE7}"/>
              </a:ext>
            </a:extLst>
          </p:cNvPr>
          <p:cNvSpPr/>
          <p:nvPr/>
        </p:nvSpPr>
        <p:spPr>
          <a:xfrm>
            <a:off x="4889500" y="2451100"/>
            <a:ext cx="2032000" cy="622686"/>
          </a:xfrm>
          <a:custGeom>
            <a:avLst/>
            <a:gdLst>
              <a:gd name="connsiteX0" fmla="*/ 0 w 2032000"/>
              <a:gd name="connsiteY0" fmla="*/ 254000 h 622686"/>
              <a:gd name="connsiteX1" fmla="*/ 63500 w 2032000"/>
              <a:gd name="connsiteY1" fmla="*/ 228600 h 622686"/>
              <a:gd name="connsiteX2" fmla="*/ 165100 w 2032000"/>
              <a:gd name="connsiteY2" fmla="*/ 165100 h 622686"/>
              <a:gd name="connsiteX3" fmla="*/ 342900 w 2032000"/>
              <a:gd name="connsiteY3" fmla="*/ 114300 h 622686"/>
              <a:gd name="connsiteX4" fmla="*/ 698500 w 2032000"/>
              <a:gd name="connsiteY4" fmla="*/ 0 h 622686"/>
              <a:gd name="connsiteX5" fmla="*/ 1231900 w 2032000"/>
              <a:gd name="connsiteY5" fmla="*/ 25400 h 622686"/>
              <a:gd name="connsiteX6" fmla="*/ 1536700 w 2032000"/>
              <a:gd name="connsiteY6" fmla="*/ 152400 h 622686"/>
              <a:gd name="connsiteX7" fmla="*/ 1625600 w 2032000"/>
              <a:gd name="connsiteY7" fmla="*/ 215900 h 622686"/>
              <a:gd name="connsiteX8" fmla="*/ 1689100 w 2032000"/>
              <a:gd name="connsiteY8" fmla="*/ 254000 h 622686"/>
              <a:gd name="connsiteX9" fmla="*/ 1828800 w 2032000"/>
              <a:gd name="connsiteY9" fmla="*/ 419100 h 622686"/>
              <a:gd name="connsiteX10" fmla="*/ 1854200 w 2032000"/>
              <a:gd name="connsiteY10" fmla="*/ 457200 h 622686"/>
              <a:gd name="connsiteX11" fmla="*/ 1943100 w 2032000"/>
              <a:gd name="connsiteY11" fmla="*/ 495300 h 622686"/>
              <a:gd name="connsiteX12" fmla="*/ 1981200 w 2032000"/>
              <a:gd name="connsiteY12" fmla="*/ 520700 h 622686"/>
              <a:gd name="connsiteX13" fmla="*/ 1968500 w 2032000"/>
              <a:gd name="connsiteY13" fmla="*/ 469900 h 622686"/>
              <a:gd name="connsiteX14" fmla="*/ 1955800 w 2032000"/>
              <a:gd name="connsiteY14" fmla="*/ 431800 h 622686"/>
              <a:gd name="connsiteX15" fmla="*/ 1943100 w 2032000"/>
              <a:gd name="connsiteY15" fmla="*/ 355600 h 622686"/>
              <a:gd name="connsiteX16" fmla="*/ 2032000 w 2032000"/>
              <a:gd name="connsiteY16" fmla="*/ 520700 h 622686"/>
              <a:gd name="connsiteX17" fmla="*/ 1930400 w 2032000"/>
              <a:gd name="connsiteY17" fmla="*/ 596900 h 622686"/>
              <a:gd name="connsiteX18" fmla="*/ 1879600 w 2032000"/>
              <a:gd name="connsiteY18" fmla="*/ 622300 h 622686"/>
              <a:gd name="connsiteX19" fmla="*/ 2032000 w 2032000"/>
              <a:gd name="connsiteY19" fmla="*/ 558800 h 622686"/>
              <a:gd name="connsiteX20" fmla="*/ 2019300 w 2032000"/>
              <a:gd name="connsiteY20" fmla="*/ 469900 h 622686"/>
              <a:gd name="connsiteX21" fmla="*/ 1993900 w 2032000"/>
              <a:gd name="connsiteY21" fmla="*/ 355600 h 622686"/>
              <a:gd name="connsiteX22" fmla="*/ 2019300 w 2032000"/>
              <a:gd name="connsiteY22" fmla="*/ 457200 h 622686"/>
              <a:gd name="connsiteX23" fmla="*/ 2006600 w 2032000"/>
              <a:gd name="connsiteY23" fmla="*/ 558800 h 622686"/>
              <a:gd name="connsiteX24" fmla="*/ 1955800 w 2032000"/>
              <a:gd name="connsiteY24" fmla="*/ 584200 h 622686"/>
              <a:gd name="connsiteX25" fmla="*/ 1917700 w 2032000"/>
              <a:gd name="connsiteY25" fmla="*/ 596900 h 62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032000" h="622686">
                <a:moveTo>
                  <a:pt x="0" y="254000"/>
                </a:moveTo>
                <a:cubicBezTo>
                  <a:pt x="21167" y="245533"/>
                  <a:pt x="43428" y="239408"/>
                  <a:pt x="63500" y="228600"/>
                </a:cubicBezTo>
                <a:cubicBezTo>
                  <a:pt x="98664" y="209666"/>
                  <a:pt x="128136" y="180222"/>
                  <a:pt x="165100" y="165100"/>
                </a:cubicBezTo>
                <a:cubicBezTo>
                  <a:pt x="222149" y="141762"/>
                  <a:pt x="284018" y="132525"/>
                  <a:pt x="342900" y="114300"/>
                </a:cubicBezTo>
                <a:cubicBezTo>
                  <a:pt x="461839" y="77486"/>
                  <a:pt x="698500" y="0"/>
                  <a:pt x="698500" y="0"/>
                </a:cubicBezTo>
                <a:cubicBezTo>
                  <a:pt x="876300" y="8467"/>
                  <a:pt x="1055226" y="3703"/>
                  <a:pt x="1231900" y="25400"/>
                </a:cubicBezTo>
                <a:cubicBezTo>
                  <a:pt x="1329855" y="37430"/>
                  <a:pt x="1451073" y="98883"/>
                  <a:pt x="1536700" y="152400"/>
                </a:cubicBezTo>
                <a:cubicBezTo>
                  <a:pt x="1567581" y="171701"/>
                  <a:pt x="1595300" y="195700"/>
                  <a:pt x="1625600" y="215900"/>
                </a:cubicBezTo>
                <a:cubicBezTo>
                  <a:pt x="1646139" y="229592"/>
                  <a:pt x="1671646" y="236546"/>
                  <a:pt x="1689100" y="254000"/>
                </a:cubicBezTo>
                <a:cubicBezTo>
                  <a:pt x="1740076" y="304976"/>
                  <a:pt x="1788811" y="359117"/>
                  <a:pt x="1828800" y="419100"/>
                </a:cubicBezTo>
                <a:cubicBezTo>
                  <a:pt x="1837267" y="431800"/>
                  <a:pt x="1842474" y="447429"/>
                  <a:pt x="1854200" y="457200"/>
                </a:cubicBezTo>
                <a:cubicBezTo>
                  <a:pt x="1893841" y="490234"/>
                  <a:pt x="1903397" y="475448"/>
                  <a:pt x="1943100" y="495300"/>
                </a:cubicBezTo>
                <a:cubicBezTo>
                  <a:pt x="1956752" y="502126"/>
                  <a:pt x="1968500" y="512233"/>
                  <a:pt x="1981200" y="520700"/>
                </a:cubicBezTo>
                <a:cubicBezTo>
                  <a:pt x="1976967" y="503767"/>
                  <a:pt x="1973295" y="486683"/>
                  <a:pt x="1968500" y="469900"/>
                </a:cubicBezTo>
                <a:cubicBezTo>
                  <a:pt x="1964822" y="457028"/>
                  <a:pt x="1958704" y="444868"/>
                  <a:pt x="1955800" y="431800"/>
                </a:cubicBezTo>
                <a:cubicBezTo>
                  <a:pt x="1950214" y="406663"/>
                  <a:pt x="1920068" y="344084"/>
                  <a:pt x="1943100" y="355600"/>
                </a:cubicBezTo>
                <a:cubicBezTo>
                  <a:pt x="1977112" y="372606"/>
                  <a:pt x="2015497" y="479443"/>
                  <a:pt x="2032000" y="520700"/>
                </a:cubicBezTo>
                <a:cubicBezTo>
                  <a:pt x="2011245" y="624475"/>
                  <a:pt x="2043698" y="566000"/>
                  <a:pt x="1930400" y="596900"/>
                </a:cubicBezTo>
                <a:cubicBezTo>
                  <a:pt x="1912135" y="601881"/>
                  <a:pt x="1861036" y="626013"/>
                  <a:pt x="1879600" y="622300"/>
                </a:cubicBezTo>
                <a:cubicBezTo>
                  <a:pt x="1971586" y="603903"/>
                  <a:pt x="1974468" y="597155"/>
                  <a:pt x="2032000" y="558800"/>
                </a:cubicBezTo>
                <a:cubicBezTo>
                  <a:pt x="2027767" y="529167"/>
                  <a:pt x="2024817" y="499321"/>
                  <a:pt x="2019300" y="469900"/>
                </a:cubicBezTo>
                <a:cubicBezTo>
                  <a:pt x="2012107" y="431539"/>
                  <a:pt x="1993900" y="394629"/>
                  <a:pt x="1993900" y="355600"/>
                </a:cubicBezTo>
                <a:cubicBezTo>
                  <a:pt x="1993900" y="320691"/>
                  <a:pt x="2019300" y="457200"/>
                  <a:pt x="2019300" y="457200"/>
                </a:cubicBezTo>
                <a:cubicBezTo>
                  <a:pt x="2015067" y="491067"/>
                  <a:pt x="2021864" y="528273"/>
                  <a:pt x="2006600" y="558800"/>
                </a:cubicBezTo>
                <a:cubicBezTo>
                  <a:pt x="1998133" y="575733"/>
                  <a:pt x="1973201" y="576742"/>
                  <a:pt x="1955800" y="584200"/>
                </a:cubicBezTo>
                <a:cubicBezTo>
                  <a:pt x="1943495" y="589473"/>
                  <a:pt x="1917700" y="596900"/>
                  <a:pt x="1917700" y="596900"/>
                </a:cubicBezTo>
              </a:path>
            </a:pathLst>
          </a:custGeom>
          <a:noFill/>
          <a:ln w="38100">
            <a:solidFill>
              <a:srgbClr val="79117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0923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3E5875-45E6-41B1-6555-68839D5BF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42DC75-D4A3-19E9-89A3-CBE66527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860" y="365125"/>
            <a:ext cx="6866419" cy="1325563"/>
          </a:xfrm>
        </p:spPr>
        <p:txBody>
          <a:bodyPr/>
          <a:lstStyle/>
          <a:p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For</a:t>
            </a:r>
            <a:r>
              <a:rPr lang="es-AR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 i in </a:t>
            </a:r>
            <a:r>
              <a:rPr lang="es-AR" b="1" dirty="0" err="1">
                <a:latin typeface="Consolas" panose="020B0609020204030204" pitchFamily="49" charset="0"/>
                <a:cs typeface="Cascadia Code SemiBold" panose="020B0609020000020004" pitchFamily="49" charset="0"/>
              </a:rPr>
              <a:t>range</a:t>
            </a:r>
            <a:r>
              <a:rPr lang="es-AR" b="1" dirty="0">
                <a:latin typeface="Consolas" panose="020B0609020204030204" pitchFamily="49" charset="0"/>
                <a:cs typeface="Cascadia Code SemiBold" panose="020B0609020000020004" pitchFamily="49" charset="0"/>
              </a:rPr>
              <a:t>(_, _)</a:t>
            </a:r>
            <a:br>
              <a:rPr lang="es-AR" dirty="0"/>
            </a:b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(</a:t>
            </a:r>
            <a:r>
              <a:rPr lang="es-AR" i="1" dirty="0" err="1">
                <a:solidFill>
                  <a:schemeClr val="bg2">
                    <a:lumMod val="50000"/>
                  </a:schemeClr>
                </a:solidFill>
              </a:rPr>
              <a:t>loop</a:t>
            </a:r>
            <a:r>
              <a:rPr lang="es-AR" i="1" dirty="0">
                <a:solidFill>
                  <a:schemeClr val="bg2">
                    <a:lumMod val="50000"/>
                  </a:schemeClr>
                </a:solidFill>
              </a:rPr>
              <a:t>)</a:t>
            </a:r>
            <a:r>
              <a:rPr lang="es-AR" dirty="0"/>
              <a:t> </a:t>
            </a:r>
            <a:endParaRPr lang="en-U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92307BD-E02F-DF58-1B3D-D4AFC40232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5173" y="3428999"/>
            <a:ext cx="1177254" cy="2261919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C338EABA-F96A-CDD7-7D24-EDEAA2138DB5}"/>
              </a:ext>
            </a:extLst>
          </p:cNvPr>
          <p:cNvSpPr txBox="1"/>
          <p:nvPr/>
        </p:nvSpPr>
        <p:spPr>
          <a:xfrm>
            <a:off x="7695075" y="5034795"/>
            <a:ext cx="847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Ln 5</a:t>
            </a:r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04D91BC4-D09B-C867-C553-847F1C63280E}"/>
              </a:ext>
            </a:extLst>
          </p:cNvPr>
          <p:cNvSpPr/>
          <p:nvPr/>
        </p:nvSpPr>
        <p:spPr>
          <a:xfrm>
            <a:off x="7695075" y="5256864"/>
            <a:ext cx="2743200" cy="958383"/>
          </a:xfrm>
          <a:prstGeom prst="ellipse">
            <a:avLst/>
          </a:prstGeom>
          <a:solidFill>
            <a:srgbClr val="CAD7EE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56D7C43-3D48-0AC7-D7E6-79E9F1DA8556}"/>
              </a:ext>
            </a:extLst>
          </p:cNvPr>
          <p:cNvSpPr txBox="1"/>
          <p:nvPr/>
        </p:nvSpPr>
        <p:spPr>
          <a:xfrm>
            <a:off x="8139449" y="5551389"/>
            <a:ext cx="19328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print(</a:t>
            </a:r>
            <a:r>
              <a:rPr lang="en-US" dirty="0" err="1"/>
              <a:t>full_names</a:t>
            </a:r>
            <a:r>
              <a:rPr lang="en-US" dirty="0"/>
              <a:t>)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9AAA08FD-C85A-62BA-96BB-CFD08F872AAF}"/>
              </a:ext>
            </a:extLst>
          </p:cNvPr>
          <p:cNvGrpSpPr/>
          <p:nvPr/>
        </p:nvGrpSpPr>
        <p:grpSpPr>
          <a:xfrm>
            <a:off x="6996279" y="38921"/>
            <a:ext cx="5298410" cy="1254083"/>
            <a:chOff x="7661457" y="695741"/>
            <a:chExt cx="4543293" cy="1254083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6B849390-1EF5-CFD2-0821-D007DC9109AC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13FC5B7E-BC21-6676-3B11-A0FC475EB18C}"/>
                </a:ext>
              </a:extLst>
            </p:cNvPr>
            <p:cNvSpPr txBox="1"/>
            <p:nvPr/>
          </p:nvSpPr>
          <p:spPr>
            <a:xfrm>
              <a:off x="7758234" y="1276957"/>
              <a:ext cx="44465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names = [“Lionel </a:t>
              </a:r>
              <a:r>
                <a:rPr lang="es-AR" dirty="0"/>
                <a:t>”</a:t>
              </a:r>
              <a:r>
                <a:rPr lang="en-US" dirty="0"/>
                <a:t>, “Juli</a:t>
              </a:r>
              <a:r>
                <a:rPr lang="es-AR" dirty="0" err="1"/>
                <a:t>án</a:t>
              </a:r>
              <a:r>
                <a:rPr lang="es-AR" dirty="0"/>
                <a:t> ”, “Ángel ”, “</a:t>
              </a:r>
              <a:r>
                <a:rPr lang="es-AR" dirty="0" err="1"/>
                <a:t>Dibu</a:t>
              </a:r>
              <a:r>
                <a:rPr lang="es-AR" dirty="0"/>
                <a:t> “</a:t>
              </a:r>
              <a:r>
                <a:rPr lang="en-US" dirty="0"/>
                <a:t>]</a:t>
              </a:r>
            </a:p>
          </p:txBody>
        </p:sp>
        <p:sp>
          <p:nvSpPr>
            <p:cNvPr id="10" name="CuadroTexto 9">
              <a:extLst>
                <a:ext uri="{FF2B5EF4-FFF2-40B4-BE49-F238E27FC236}">
                  <a16:creationId xmlns:a16="http://schemas.microsoft.com/office/drawing/2014/main" id="{5B48E52D-9EBA-7315-C8BE-F4E2085B269B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1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46A74406-B3C4-11E3-1839-46997C9D4CE2}"/>
              </a:ext>
            </a:extLst>
          </p:cNvPr>
          <p:cNvGrpSpPr/>
          <p:nvPr/>
        </p:nvGrpSpPr>
        <p:grpSpPr>
          <a:xfrm rot="1017173">
            <a:off x="5372715" y="2382051"/>
            <a:ext cx="2337358" cy="2087943"/>
            <a:chOff x="4312494" y="1392221"/>
            <a:chExt cx="2564824" cy="2291137"/>
          </a:xfrm>
        </p:grpSpPr>
        <p:sp>
          <p:nvSpPr>
            <p:cNvPr id="12" name="Forma libre: forma 11">
              <a:extLst>
                <a:ext uri="{FF2B5EF4-FFF2-40B4-BE49-F238E27FC236}">
                  <a16:creationId xmlns:a16="http://schemas.microsoft.com/office/drawing/2014/main" id="{F76333DC-E137-1DC4-2CFE-263016F51ECC}"/>
                </a:ext>
              </a:extLst>
            </p:cNvPr>
            <p:cNvSpPr/>
            <p:nvPr/>
          </p:nvSpPr>
          <p:spPr>
            <a:xfrm>
              <a:off x="4312494" y="1532583"/>
              <a:ext cx="2564824" cy="2150775"/>
            </a:xfrm>
            <a:custGeom>
              <a:avLst/>
              <a:gdLst>
                <a:gd name="connsiteX0" fmla="*/ 2564824 w 2564824"/>
                <a:gd name="connsiteY0" fmla="*/ 631068 h 2150775"/>
                <a:gd name="connsiteX1" fmla="*/ 2126943 w 2564824"/>
                <a:gd name="connsiteY1" fmla="*/ 1661378 h 2150775"/>
                <a:gd name="connsiteX2" fmla="*/ 1882244 w 2564824"/>
                <a:gd name="connsiteY2" fmla="*/ 1841682 h 2150775"/>
                <a:gd name="connsiteX3" fmla="*/ 1624667 w 2564824"/>
                <a:gd name="connsiteY3" fmla="*/ 1957592 h 2150775"/>
                <a:gd name="connsiteX4" fmla="*/ 787540 w 2564824"/>
                <a:gd name="connsiteY4" fmla="*/ 2150775 h 2150775"/>
                <a:gd name="connsiteX5" fmla="*/ 607236 w 2564824"/>
                <a:gd name="connsiteY5" fmla="*/ 2137896 h 2150775"/>
                <a:gd name="connsiteX6" fmla="*/ 414052 w 2564824"/>
                <a:gd name="connsiteY6" fmla="*/ 2021986 h 2150775"/>
                <a:gd name="connsiteX7" fmla="*/ 27686 w 2564824"/>
                <a:gd name="connsiteY7" fmla="*/ 1390921 h 2150775"/>
                <a:gd name="connsiteX8" fmla="*/ 53444 w 2564824"/>
                <a:gd name="connsiteY8" fmla="*/ 901524 h 2150775"/>
                <a:gd name="connsiteX9" fmla="*/ 594357 w 2564824"/>
                <a:gd name="connsiteY9" fmla="*/ 437885 h 2150775"/>
                <a:gd name="connsiteX10" fmla="*/ 736024 w 2564824"/>
                <a:gd name="connsiteY10" fmla="*/ 347732 h 2150775"/>
                <a:gd name="connsiteX11" fmla="*/ 877692 w 2564824"/>
                <a:gd name="connsiteY11" fmla="*/ 270459 h 2150775"/>
                <a:gd name="connsiteX12" fmla="*/ 1238300 w 2564824"/>
                <a:gd name="connsiteY12" fmla="*/ 128792 h 2150775"/>
                <a:gd name="connsiteX13" fmla="*/ 1367089 w 2564824"/>
                <a:gd name="connsiteY13" fmla="*/ 25761 h 2150775"/>
                <a:gd name="connsiteX14" fmla="*/ 1444362 w 2564824"/>
                <a:gd name="connsiteY14" fmla="*/ 12882 h 2150775"/>
                <a:gd name="connsiteX15" fmla="*/ 1663303 w 2564824"/>
                <a:gd name="connsiteY15" fmla="*/ 3 h 2150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564824" h="2150775">
                  <a:moveTo>
                    <a:pt x="2564824" y="631068"/>
                  </a:moveTo>
                  <a:cubicBezTo>
                    <a:pt x="2417431" y="1114191"/>
                    <a:pt x="2443202" y="1345119"/>
                    <a:pt x="2126943" y="1661378"/>
                  </a:cubicBezTo>
                  <a:cubicBezTo>
                    <a:pt x="2055301" y="1733020"/>
                    <a:pt x="1969515" y="1790214"/>
                    <a:pt x="1882244" y="1841682"/>
                  </a:cubicBezTo>
                  <a:cubicBezTo>
                    <a:pt x="1801145" y="1889510"/>
                    <a:pt x="1715276" y="1932008"/>
                    <a:pt x="1624667" y="1957592"/>
                  </a:cubicBezTo>
                  <a:cubicBezTo>
                    <a:pt x="1349066" y="2035409"/>
                    <a:pt x="787540" y="2150775"/>
                    <a:pt x="787540" y="2150775"/>
                  </a:cubicBezTo>
                  <a:cubicBezTo>
                    <a:pt x="727439" y="2146482"/>
                    <a:pt x="664199" y="2157538"/>
                    <a:pt x="607236" y="2137896"/>
                  </a:cubicBezTo>
                  <a:cubicBezTo>
                    <a:pt x="536242" y="2113415"/>
                    <a:pt x="466378" y="2075851"/>
                    <a:pt x="414052" y="2021986"/>
                  </a:cubicBezTo>
                  <a:cubicBezTo>
                    <a:pt x="203552" y="1805295"/>
                    <a:pt x="150799" y="1648339"/>
                    <a:pt x="27686" y="1390921"/>
                  </a:cubicBezTo>
                  <a:cubicBezTo>
                    <a:pt x="11956" y="1257210"/>
                    <a:pt x="-37734" y="1023895"/>
                    <a:pt x="53444" y="901524"/>
                  </a:cubicBezTo>
                  <a:cubicBezTo>
                    <a:pt x="77699" y="868972"/>
                    <a:pt x="433922" y="547657"/>
                    <a:pt x="594357" y="437885"/>
                  </a:cubicBezTo>
                  <a:cubicBezTo>
                    <a:pt x="640552" y="406278"/>
                    <a:pt x="687835" y="376207"/>
                    <a:pt x="736024" y="347732"/>
                  </a:cubicBezTo>
                  <a:cubicBezTo>
                    <a:pt x="782334" y="320367"/>
                    <a:pt x="828382" y="291953"/>
                    <a:pt x="877692" y="270459"/>
                  </a:cubicBezTo>
                  <a:cubicBezTo>
                    <a:pt x="996079" y="218854"/>
                    <a:pt x="1238300" y="128792"/>
                    <a:pt x="1238300" y="128792"/>
                  </a:cubicBezTo>
                  <a:cubicBezTo>
                    <a:pt x="1281230" y="94448"/>
                    <a:pt x="1319173" y="52714"/>
                    <a:pt x="1367089" y="25761"/>
                  </a:cubicBezTo>
                  <a:cubicBezTo>
                    <a:pt x="1389848" y="12959"/>
                    <a:pt x="1418367" y="15358"/>
                    <a:pt x="1444362" y="12882"/>
                  </a:cubicBezTo>
                  <a:cubicBezTo>
                    <a:pt x="1585587" y="-568"/>
                    <a:pt x="1581060" y="3"/>
                    <a:pt x="1663303" y="3"/>
                  </a:cubicBezTo>
                </a:path>
              </a:pathLst>
            </a:custGeom>
            <a:noFill/>
            <a:ln w="57150">
              <a:solidFill>
                <a:srgbClr val="79117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  <p:sp>
          <p:nvSpPr>
            <p:cNvPr id="13" name="Forma libre: forma 12">
              <a:extLst>
                <a:ext uri="{FF2B5EF4-FFF2-40B4-BE49-F238E27FC236}">
                  <a16:creationId xmlns:a16="http://schemas.microsoft.com/office/drawing/2014/main" id="{3E13DC10-89F8-73E8-1AC8-19340731DCB1}"/>
                </a:ext>
              </a:extLst>
            </p:cNvPr>
            <p:cNvSpPr/>
            <p:nvPr/>
          </p:nvSpPr>
          <p:spPr>
            <a:xfrm rot="1067707">
              <a:off x="5579942" y="1392221"/>
              <a:ext cx="416126" cy="371948"/>
            </a:xfrm>
            <a:custGeom>
              <a:avLst/>
              <a:gdLst>
                <a:gd name="connsiteX0" fmla="*/ 0 w 188119"/>
                <a:gd name="connsiteY0" fmla="*/ 0 h 211932"/>
                <a:gd name="connsiteX1" fmla="*/ 109537 w 188119"/>
                <a:gd name="connsiteY1" fmla="*/ 26194 h 211932"/>
                <a:gd name="connsiteX2" fmla="*/ 133350 w 188119"/>
                <a:gd name="connsiteY2" fmla="*/ 38100 h 211932"/>
                <a:gd name="connsiteX3" fmla="*/ 159544 w 188119"/>
                <a:gd name="connsiteY3" fmla="*/ 50007 h 211932"/>
                <a:gd name="connsiteX4" fmla="*/ 180975 w 188119"/>
                <a:gd name="connsiteY4" fmla="*/ 54769 h 211932"/>
                <a:gd name="connsiteX5" fmla="*/ 188119 w 188119"/>
                <a:gd name="connsiteY5" fmla="*/ 57150 h 211932"/>
                <a:gd name="connsiteX6" fmla="*/ 140494 w 188119"/>
                <a:gd name="connsiteY6" fmla="*/ 121444 h 211932"/>
                <a:gd name="connsiteX7" fmla="*/ 123825 w 188119"/>
                <a:gd name="connsiteY7" fmla="*/ 140494 h 211932"/>
                <a:gd name="connsiteX8" fmla="*/ 102394 w 188119"/>
                <a:gd name="connsiteY8" fmla="*/ 150019 h 211932"/>
                <a:gd name="connsiteX9" fmla="*/ 80962 w 188119"/>
                <a:gd name="connsiteY9" fmla="*/ 173832 h 211932"/>
                <a:gd name="connsiteX10" fmla="*/ 73819 w 188119"/>
                <a:gd name="connsiteY10" fmla="*/ 180975 h 211932"/>
                <a:gd name="connsiteX11" fmla="*/ 69056 w 188119"/>
                <a:gd name="connsiteY11" fmla="*/ 190500 h 211932"/>
                <a:gd name="connsiteX12" fmla="*/ 61912 w 188119"/>
                <a:gd name="connsiteY12" fmla="*/ 202407 h 211932"/>
                <a:gd name="connsiteX13" fmla="*/ 52387 w 188119"/>
                <a:gd name="connsiteY13" fmla="*/ 211932 h 211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88119" h="211932">
                  <a:moveTo>
                    <a:pt x="0" y="0"/>
                  </a:moveTo>
                  <a:cubicBezTo>
                    <a:pt x="59974" y="11996"/>
                    <a:pt x="54255" y="9184"/>
                    <a:pt x="109537" y="26194"/>
                  </a:cubicBezTo>
                  <a:cubicBezTo>
                    <a:pt x="125437" y="31086"/>
                    <a:pt x="118108" y="30479"/>
                    <a:pt x="133350" y="38100"/>
                  </a:cubicBezTo>
                  <a:cubicBezTo>
                    <a:pt x="141929" y="42389"/>
                    <a:pt x="150639" y="46445"/>
                    <a:pt x="159544" y="50007"/>
                  </a:cubicBezTo>
                  <a:cubicBezTo>
                    <a:pt x="163616" y="51636"/>
                    <a:pt x="177459" y="53890"/>
                    <a:pt x="180975" y="54769"/>
                  </a:cubicBezTo>
                  <a:cubicBezTo>
                    <a:pt x="183410" y="55378"/>
                    <a:pt x="185738" y="56356"/>
                    <a:pt x="188119" y="57150"/>
                  </a:cubicBezTo>
                  <a:cubicBezTo>
                    <a:pt x="187294" y="58275"/>
                    <a:pt x="144649" y="116696"/>
                    <a:pt x="140494" y="121444"/>
                  </a:cubicBezTo>
                  <a:cubicBezTo>
                    <a:pt x="134938" y="127794"/>
                    <a:pt x="130575" y="135431"/>
                    <a:pt x="123825" y="140494"/>
                  </a:cubicBezTo>
                  <a:cubicBezTo>
                    <a:pt x="117571" y="145184"/>
                    <a:pt x="109538" y="146844"/>
                    <a:pt x="102394" y="150019"/>
                  </a:cubicBezTo>
                  <a:cubicBezTo>
                    <a:pt x="76108" y="176303"/>
                    <a:pt x="103760" y="147776"/>
                    <a:pt x="80962" y="173832"/>
                  </a:cubicBezTo>
                  <a:cubicBezTo>
                    <a:pt x="78745" y="176366"/>
                    <a:pt x="75776" y="178235"/>
                    <a:pt x="73819" y="180975"/>
                  </a:cubicBezTo>
                  <a:cubicBezTo>
                    <a:pt x="71756" y="183864"/>
                    <a:pt x="70780" y="187397"/>
                    <a:pt x="69056" y="190500"/>
                  </a:cubicBezTo>
                  <a:cubicBezTo>
                    <a:pt x="66808" y="194546"/>
                    <a:pt x="64689" y="198704"/>
                    <a:pt x="61912" y="202407"/>
                  </a:cubicBezTo>
                  <a:cubicBezTo>
                    <a:pt x="59218" y="205999"/>
                    <a:pt x="55562" y="208757"/>
                    <a:pt x="52387" y="211932"/>
                  </a:cubicBezTo>
                </a:path>
              </a:pathLst>
            </a:custGeom>
            <a:noFill/>
            <a:ln w="57150">
              <a:solidFill>
                <a:srgbClr val="8A008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791179"/>
                </a:solidFill>
              </a:endParaRPr>
            </a:p>
          </p:txBody>
        </p: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1FC248E7-5A5E-40AB-BEF6-6F7DE9304C68}"/>
              </a:ext>
            </a:extLst>
          </p:cNvPr>
          <p:cNvSpPr txBox="1"/>
          <p:nvPr/>
        </p:nvSpPr>
        <p:spPr>
          <a:xfrm>
            <a:off x="6983290" y="4105348"/>
            <a:ext cx="36168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00B050"/>
                </a:solidFill>
              </a:rPr>
              <a:t>T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7A7B805-1F1F-2E13-F832-8CE5ECAA77BB}"/>
              </a:ext>
            </a:extLst>
          </p:cNvPr>
          <p:cNvSpPr txBox="1"/>
          <p:nvPr/>
        </p:nvSpPr>
        <p:spPr>
          <a:xfrm>
            <a:off x="11199788" y="3877657"/>
            <a:ext cx="58384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>
                <a:solidFill>
                  <a:srgbClr val="FF0000"/>
                </a:solidFill>
              </a:rPr>
              <a:t>F</a:t>
            </a:r>
          </a:p>
        </p:txBody>
      </p:sp>
      <p:grpSp>
        <p:nvGrpSpPr>
          <p:cNvPr id="18" name="Grupo 17">
            <a:extLst>
              <a:ext uri="{FF2B5EF4-FFF2-40B4-BE49-F238E27FC236}">
                <a16:creationId xmlns:a16="http://schemas.microsoft.com/office/drawing/2014/main" id="{20C722A5-476B-C954-EE7A-100E0535FF67}"/>
              </a:ext>
            </a:extLst>
          </p:cNvPr>
          <p:cNvGrpSpPr/>
          <p:nvPr/>
        </p:nvGrpSpPr>
        <p:grpSpPr>
          <a:xfrm>
            <a:off x="6983290" y="2512539"/>
            <a:ext cx="4791515" cy="1254083"/>
            <a:chOff x="7661457" y="695741"/>
            <a:chExt cx="4112709" cy="1254083"/>
          </a:xfrm>
        </p:grpSpPr>
        <p:sp>
          <p:nvSpPr>
            <p:cNvPr id="19" name="Elipse 18">
              <a:extLst>
                <a:ext uri="{FF2B5EF4-FFF2-40B4-BE49-F238E27FC236}">
                  <a16:creationId xmlns:a16="http://schemas.microsoft.com/office/drawing/2014/main" id="{714651A1-FBB2-B973-888A-3CDD77D8DFCD}"/>
                </a:ext>
              </a:extLst>
            </p:cNvPr>
            <p:cNvSpPr/>
            <p:nvPr/>
          </p:nvSpPr>
          <p:spPr>
            <a:xfrm>
              <a:off x="7661457" y="991441"/>
              <a:ext cx="3984558" cy="958383"/>
            </a:xfrm>
            <a:prstGeom prst="ellipse">
              <a:avLst/>
            </a:prstGeom>
            <a:solidFill>
              <a:srgbClr val="CAD7EE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66C4F28E-38F5-24CE-6C8C-4C0E080FCF63}"/>
                </a:ext>
              </a:extLst>
            </p:cNvPr>
            <p:cNvSpPr txBox="1"/>
            <p:nvPr/>
          </p:nvSpPr>
          <p:spPr>
            <a:xfrm>
              <a:off x="7772002" y="1276957"/>
              <a:ext cx="4002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surnames = [“Messi”, “Juli</a:t>
              </a:r>
              <a:r>
                <a:rPr lang="es-AR" dirty="0" err="1"/>
                <a:t>án</a:t>
              </a:r>
              <a:r>
                <a:rPr lang="es-AR" dirty="0"/>
                <a:t>”, “Ángel”, “</a:t>
              </a:r>
              <a:r>
                <a:rPr lang="es-AR" dirty="0" err="1"/>
                <a:t>Dibu</a:t>
              </a:r>
              <a:r>
                <a:rPr lang="es-AR" dirty="0"/>
                <a:t>”</a:t>
              </a:r>
              <a:r>
                <a:rPr lang="en-US" dirty="0"/>
                <a:t>]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2297C3B6-0BED-B466-A712-0BEB0F65EAFB}"/>
                </a:ext>
              </a:extLst>
            </p:cNvPr>
            <p:cNvSpPr txBox="1"/>
            <p:nvPr/>
          </p:nvSpPr>
          <p:spPr>
            <a:xfrm>
              <a:off x="7896781" y="695741"/>
              <a:ext cx="8471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Ln 2</a:t>
              </a:r>
            </a:p>
          </p:txBody>
        </p:sp>
      </p:grpSp>
      <p:sp>
        <p:nvSpPr>
          <p:cNvPr id="16" name="Forma libre: forma 15">
            <a:extLst>
              <a:ext uri="{FF2B5EF4-FFF2-40B4-BE49-F238E27FC236}">
                <a16:creationId xmlns:a16="http://schemas.microsoft.com/office/drawing/2014/main" id="{1304784F-B88B-E77F-7EEF-645BD56285B1}"/>
              </a:ext>
            </a:extLst>
          </p:cNvPr>
          <p:cNvSpPr/>
          <p:nvPr/>
        </p:nvSpPr>
        <p:spPr>
          <a:xfrm>
            <a:off x="319303" y="1826482"/>
            <a:ext cx="891890" cy="2110778"/>
          </a:xfrm>
          <a:custGeom>
            <a:avLst/>
            <a:gdLst>
              <a:gd name="connsiteX0" fmla="*/ 1268696 w 1907325"/>
              <a:gd name="connsiteY0" fmla="*/ 0 h 4513942"/>
              <a:gd name="connsiteX1" fmla="*/ 1544467 w 1907325"/>
              <a:gd name="connsiteY1" fmla="*/ 348342 h 4513942"/>
              <a:gd name="connsiteX2" fmla="*/ 1762181 w 1907325"/>
              <a:gd name="connsiteY2" fmla="*/ 914400 h 4513942"/>
              <a:gd name="connsiteX3" fmla="*/ 1776696 w 1907325"/>
              <a:gd name="connsiteY3" fmla="*/ 1524000 h 4513942"/>
              <a:gd name="connsiteX4" fmla="*/ 1500924 w 1907325"/>
              <a:gd name="connsiteY4" fmla="*/ 2206171 h 4513942"/>
              <a:gd name="connsiteX5" fmla="*/ 1297724 w 1907325"/>
              <a:gd name="connsiteY5" fmla="*/ 2496457 h 4513942"/>
              <a:gd name="connsiteX6" fmla="*/ 572010 w 1907325"/>
              <a:gd name="connsiteY6" fmla="*/ 2772228 h 4513942"/>
              <a:gd name="connsiteX7" fmla="*/ 281724 w 1907325"/>
              <a:gd name="connsiteY7" fmla="*/ 2714171 h 4513942"/>
              <a:gd name="connsiteX8" fmla="*/ 5953 w 1907325"/>
              <a:gd name="connsiteY8" fmla="*/ 2119085 h 4513942"/>
              <a:gd name="connsiteX9" fmla="*/ 20467 w 1907325"/>
              <a:gd name="connsiteY9" fmla="*/ 1640114 h 4513942"/>
              <a:gd name="connsiteX10" fmla="*/ 194638 w 1907325"/>
              <a:gd name="connsiteY10" fmla="*/ 1364342 h 4513942"/>
              <a:gd name="connsiteX11" fmla="*/ 891324 w 1907325"/>
              <a:gd name="connsiteY11" fmla="*/ 1088571 h 4513942"/>
              <a:gd name="connsiteX12" fmla="*/ 1181610 w 1907325"/>
              <a:gd name="connsiteY12" fmla="*/ 1059542 h 4513942"/>
              <a:gd name="connsiteX13" fmla="*/ 1370296 w 1907325"/>
              <a:gd name="connsiteY13" fmla="*/ 1103085 h 4513942"/>
              <a:gd name="connsiteX14" fmla="*/ 1646067 w 1907325"/>
              <a:gd name="connsiteY14" fmla="*/ 1320800 h 4513942"/>
              <a:gd name="connsiteX15" fmla="*/ 1747667 w 1907325"/>
              <a:gd name="connsiteY15" fmla="*/ 1640114 h 4513942"/>
              <a:gd name="connsiteX16" fmla="*/ 1892810 w 1907325"/>
              <a:gd name="connsiteY16" fmla="*/ 2249714 h 4513942"/>
              <a:gd name="connsiteX17" fmla="*/ 1805724 w 1907325"/>
              <a:gd name="connsiteY17" fmla="*/ 3135085 h 4513942"/>
              <a:gd name="connsiteX18" fmla="*/ 1660581 w 1907325"/>
              <a:gd name="connsiteY18" fmla="*/ 3614057 h 4513942"/>
              <a:gd name="connsiteX19" fmla="*/ 1399324 w 1907325"/>
              <a:gd name="connsiteY19" fmla="*/ 3947885 h 4513942"/>
              <a:gd name="connsiteX20" fmla="*/ 1283210 w 1907325"/>
              <a:gd name="connsiteY20" fmla="*/ 4122057 h 4513942"/>
              <a:gd name="connsiteX21" fmla="*/ 1196124 w 1907325"/>
              <a:gd name="connsiteY21" fmla="*/ 4397828 h 4513942"/>
              <a:gd name="connsiteX22" fmla="*/ 1152581 w 1907325"/>
              <a:gd name="connsiteY22" fmla="*/ 4513942 h 45139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1907325" h="4513942">
                <a:moveTo>
                  <a:pt x="1268696" y="0"/>
                </a:moveTo>
                <a:cubicBezTo>
                  <a:pt x="1442773" y="124340"/>
                  <a:pt x="1389854" y="67227"/>
                  <a:pt x="1544467" y="348342"/>
                </a:cubicBezTo>
                <a:cubicBezTo>
                  <a:pt x="1699367" y="629979"/>
                  <a:pt x="1682866" y="628863"/>
                  <a:pt x="1762181" y="914400"/>
                </a:cubicBezTo>
                <a:cubicBezTo>
                  <a:pt x="1776471" y="1078734"/>
                  <a:pt x="1815799" y="1351947"/>
                  <a:pt x="1776696" y="1524000"/>
                </a:cubicBezTo>
                <a:cubicBezTo>
                  <a:pt x="1747705" y="1651561"/>
                  <a:pt x="1570804" y="2083882"/>
                  <a:pt x="1500924" y="2206171"/>
                </a:cubicBezTo>
                <a:cubicBezTo>
                  <a:pt x="1442324" y="2308722"/>
                  <a:pt x="1384895" y="2416758"/>
                  <a:pt x="1297724" y="2496457"/>
                </a:cubicBezTo>
                <a:cubicBezTo>
                  <a:pt x="1086760" y="2689339"/>
                  <a:pt x="836364" y="2708418"/>
                  <a:pt x="572010" y="2772228"/>
                </a:cubicBezTo>
                <a:cubicBezTo>
                  <a:pt x="475248" y="2752876"/>
                  <a:pt x="368793" y="2760608"/>
                  <a:pt x="281724" y="2714171"/>
                </a:cubicBezTo>
                <a:cubicBezTo>
                  <a:pt x="101836" y="2618231"/>
                  <a:pt x="43703" y="2240724"/>
                  <a:pt x="5953" y="2119085"/>
                </a:cubicBezTo>
                <a:cubicBezTo>
                  <a:pt x="10791" y="1959428"/>
                  <a:pt x="-18273" y="1795075"/>
                  <a:pt x="20467" y="1640114"/>
                </a:cubicBezTo>
                <a:cubicBezTo>
                  <a:pt x="46836" y="1534637"/>
                  <a:pt x="119120" y="1442557"/>
                  <a:pt x="194638" y="1364342"/>
                </a:cubicBezTo>
                <a:cubicBezTo>
                  <a:pt x="353037" y="1200286"/>
                  <a:pt x="709339" y="1127068"/>
                  <a:pt x="891324" y="1088571"/>
                </a:cubicBezTo>
                <a:cubicBezTo>
                  <a:pt x="986463" y="1068445"/>
                  <a:pt x="1084848" y="1069218"/>
                  <a:pt x="1181610" y="1059542"/>
                </a:cubicBezTo>
                <a:cubicBezTo>
                  <a:pt x="1244505" y="1074056"/>
                  <a:pt x="1310554" y="1078645"/>
                  <a:pt x="1370296" y="1103085"/>
                </a:cubicBezTo>
                <a:cubicBezTo>
                  <a:pt x="1458125" y="1139015"/>
                  <a:pt x="1582620" y="1263698"/>
                  <a:pt x="1646067" y="1320800"/>
                </a:cubicBezTo>
                <a:cubicBezTo>
                  <a:pt x="1679934" y="1427238"/>
                  <a:pt x="1718992" y="1532161"/>
                  <a:pt x="1747667" y="1640114"/>
                </a:cubicBezTo>
                <a:cubicBezTo>
                  <a:pt x="1801291" y="1841994"/>
                  <a:pt x="1892810" y="2249714"/>
                  <a:pt x="1892810" y="2249714"/>
                </a:cubicBezTo>
                <a:cubicBezTo>
                  <a:pt x="1912101" y="2693420"/>
                  <a:pt x="1933113" y="2603050"/>
                  <a:pt x="1805724" y="3135085"/>
                </a:cubicBezTo>
                <a:cubicBezTo>
                  <a:pt x="1766878" y="3297326"/>
                  <a:pt x="1735188" y="3464843"/>
                  <a:pt x="1660581" y="3614057"/>
                </a:cubicBezTo>
                <a:cubicBezTo>
                  <a:pt x="1597389" y="3740441"/>
                  <a:pt x="1483586" y="3834456"/>
                  <a:pt x="1399324" y="3947885"/>
                </a:cubicBezTo>
                <a:cubicBezTo>
                  <a:pt x="1357715" y="4003897"/>
                  <a:pt x="1321915" y="4064000"/>
                  <a:pt x="1283210" y="4122057"/>
                </a:cubicBezTo>
                <a:cubicBezTo>
                  <a:pt x="1254181" y="4213981"/>
                  <a:pt x="1226608" y="4306377"/>
                  <a:pt x="1196124" y="4397828"/>
                </a:cubicBezTo>
                <a:cubicBezTo>
                  <a:pt x="1183052" y="4437043"/>
                  <a:pt x="1152581" y="4513942"/>
                  <a:pt x="1152581" y="4513942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594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</TotalTime>
  <Words>343</Words>
  <Application>Microsoft Office PowerPoint</Application>
  <PresentationFormat>Panorámica</PresentationFormat>
  <Paragraphs>74</Paragraphs>
  <Slides>13</Slides>
  <Notes>0</Notes>
  <HiddenSlides>1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Cambria</vt:lpstr>
      <vt:lpstr>Cascadia Code SemiLight</vt:lpstr>
      <vt:lpstr>Consolas</vt:lpstr>
      <vt:lpstr>Tema de Office</vt:lpstr>
      <vt:lpstr>Lesson #7</vt:lpstr>
      <vt:lpstr>Up to now, our code has been “sequential”</vt:lpstr>
      <vt:lpstr>Presentación de PowerPoint</vt:lpstr>
      <vt:lpstr>Presentación de PowerPoint</vt:lpstr>
      <vt:lpstr>Presentación de PowerPoint</vt:lpstr>
      <vt:lpstr>Presentación de PowerPoint</vt:lpstr>
      <vt:lpstr>If (branch)</vt:lpstr>
      <vt:lpstr>Presentación de PowerPoint</vt:lpstr>
      <vt:lpstr>If elif elif elif elif… else</vt:lpstr>
      <vt:lpstr>It’s very easy to get lost… right?</vt:lpstr>
      <vt:lpstr>While (loop)</vt:lpstr>
      <vt:lpstr>Presentación de PowerPoint</vt:lpstr>
      <vt:lpstr>For i in range(_, _) (loop)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clau p</dc:creator>
  <cp:lastModifiedBy>clau p</cp:lastModifiedBy>
  <cp:revision>55</cp:revision>
  <dcterms:created xsi:type="dcterms:W3CDTF">2026-04-13T02:37:44Z</dcterms:created>
  <dcterms:modified xsi:type="dcterms:W3CDTF">2026-04-23T21:45:27Z</dcterms:modified>
</cp:coreProperties>
</file>