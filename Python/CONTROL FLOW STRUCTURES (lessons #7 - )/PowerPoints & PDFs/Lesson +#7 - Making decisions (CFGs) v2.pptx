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70" r:id="rId12"/>
    <p:sldId id="278" r:id="rId13"/>
    <p:sldId id="274" r:id="rId14"/>
    <p:sldId id="271" r:id="rId15"/>
    <p:sldId id="276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8A"/>
    <a:srgbClr val="F1B1E3"/>
    <a:srgbClr val="791179"/>
    <a:srgbClr val="FF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ADB708C-5F8E-78DA-4A42-F3B4978C679F}"/>
              </a:ext>
            </a:extLst>
          </p:cNvPr>
          <p:cNvSpPr txBox="1"/>
          <p:nvPr/>
        </p:nvSpPr>
        <p:spPr>
          <a:xfrm>
            <a:off x="8313223" y="5738164"/>
            <a:ext cx="189757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800000"/>
                </a:solidFill>
              </a:rPr>
              <a:t>range(a, b, c)</a:t>
            </a:r>
          </a:p>
        </p:txBody>
      </p:sp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59A1069-7EA5-839A-ABF5-25C50B04DD99}"/>
              </a:ext>
            </a:extLst>
          </p:cNvPr>
          <p:cNvSpPr txBox="1"/>
          <p:nvPr/>
        </p:nvSpPr>
        <p:spPr>
          <a:xfrm>
            <a:off x="8313223" y="5738164"/>
            <a:ext cx="210077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800000"/>
                </a:solidFill>
              </a:rPr>
              <a:t>range(a, b, c)</a:t>
            </a:r>
          </a:p>
        </p:txBody>
      </p:sp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4DCA276-0A0C-E0E2-12CC-37F28112C91B}"/>
              </a:ext>
            </a:extLst>
          </p:cNvPr>
          <p:cNvSpPr txBox="1"/>
          <p:nvPr/>
        </p:nvSpPr>
        <p:spPr>
          <a:xfrm>
            <a:off x="6654800" y="5156200"/>
            <a:ext cx="165222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FF"/>
                </a:solidFill>
              </a:rPr>
              <a:t>index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8F4E8C6-BF97-B34C-4312-F2235DC5F222}"/>
              </a:ext>
            </a:extLst>
          </p:cNvPr>
          <p:cNvSpPr txBox="1"/>
          <p:nvPr/>
        </p:nvSpPr>
        <p:spPr>
          <a:xfrm>
            <a:off x="9383180" y="5232399"/>
            <a:ext cx="16522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</a:rPr>
              <a:t>range(a, b, c)</a:t>
            </a:r>
          </a:p>
        </p:txBody>
      </p:sp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BD7524-3761-73AB-960B-47BB6E3EE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93" y="1359568"/>
            <a:ext cx="5030315" cy="33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3617487"/>
            <a:ext cx="1177254" cy="17866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780320" y="708943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7366219" y="3889814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353542" y="3736718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77ADE44-6079-298D-9B32-98503FED8A1A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D573619-E381-56A8-D27D-CFF759978C65}"/>
              </a:ext>
            </a:extLst>
          </p:cNvPr>
          <p:cNvSpPr/>
          <p:nvPr/>
        </p:nvSpPr>
        <p:spPr>
          <a:xfrm>
            <a:off x="1764850" y="3410623"/>
            <a:ext cx="4716608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7C2030-D306-34E4-BBFE-8B6DB877A003}"/>
              </a:ext>
            </a:extLst>
          </p:cNvPr>
          <p:cNvSpPr txBox="1"/>
          <p:nvPr/>
        </p:nvSpPr>
        <p:spPr>
          <a:xfrm>
            <a:off x="2019523" y="3705148"/>
            <a:ext cx="452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</a:t>
            </a:r>
            <a:r>
              <a:rPr lang="en-US" dirty="0" err="1"/>
              <a:t>kettle_temperature</a:t>
            </a:r>
            <a:r>
              <a:rPr lang="en-US" dirty="0"/>
              <a:t> + 1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BA455D-9C6C-EA4D-7F41-348C515612A7}"/>
              </a:ext>
            </a:extLst>
          </p:cNvPr>
          <p:cNvSpPr txBox="1"/>
          <p:nvPr/>
        </p:nvSpPr>
        <p:spPr>
          <a:xfrm>
            <a:off x="2163949" y="3177188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AB56604-96A2-9F7E-01AD-9CB3FB4C88C3}"/>
              </a:ext>
            </a:extLst>
          </p:cNvPr>
          <p:cNvSpPr/>
          <p:nvPr/>
        </p:nvSpPr>
        <p:spPr>
          <a:xfrm>
            <a:off x="4641600" y="3770964"/>
            <a:ext cx="2832168" cy="1485900"/>
          </a:xfrm>
          <a:custGeom>
            <a:avLst/>
            <a:gdLst>
              <a:gd name="connsiteX0" fmla="*/ 2832168 w 2832168"/>
              <a:gd name="connsiteY0" fmla="*/ 0 h 1485900"/>
              <a:gd name="connsiteX1" fmla="*/ 2552768 w 2832168"/>
              <a:gd name="connsiteY1" fmla="*/ 381000 h 1485900"/>
              <a:gd name="connsiteX2" fmla="*/ 2324168 w 2832168"/>
              <a:gd name="connsiteY2" fmla="*/ 635000 h 1485900"/>
              <a:gd name="connsiteX3" fmla="*/ 2082868 w 2832168"/>
              <a:gd name="connsiteY3" fmla="*/ 876300 h 1485900"/>
              <a:gd name="connsiteX4" fmla="*/ 1295468 w 2832168"/>
              <a:gd name="connsiteY4" fmla="*/ 1435100 h 1485900"/>
              <a:gd name="connsiteX5" fmla="*/ 1193868 w 2832168"/>
              <a:gd name="connsiteY5" fmla="*/ 1485900 h 1485900"/>
              <a:gd name="connsiteX6" fmla="*/ 660468 w 2832168"/>
              <a:gd name="connsiteY6" fmla="*/ 1409700 h 1485900"/>
              <a:gd name="connsiteX7" fmla="*/ 469968 w 2832168"/>
              <a:gd name="connsiteY7" fmla="*/ 1270000 h 1485900"/>
              <a:gd name="connsiteX8" fmla="*/ 342968 w 2832168"/>
              <a:gd name="connsiteY8" fmla="*/ 1016000 h 1485900"/>
              <a:gd name="connsiteX9" fmla="*/ 279468 w 2832168"/>
              <a:gd name="connsiteY9" fmla="*/ 927100 h 1485900"/>
              <a:gd name="connsiteX10" fmla="*/ 457268 w 2832168"/>
              <a:gd name="connsiteY10" fmla="*/ 901700 h 1485900"/>
              <a:gd name="connsiteX11" fmla="*/ 584268 w 2832168"/>
              <a:gd name="connsiteY11" fmla="*/ 914400 h 1485900"/>
              <a:gd name="connsiteX12" fmla="*/ 622368 w 2832168"/>
              <a:gd name="connsiteY12" fmla="*/ 939800 h 1485900"/>
              <a:gd name="connsiteX13" fmla="*/ 533468 w 2832168"/>
              <a:gd name="connsiteY13" fmla="*/ 901700 h 1485900"/>
              <a:gd name="connsiteX14" fmla="*/ 342968 w 2832168"/>
              <a:gd name="connsiteY14" fmla="*/ 863600 h 1485900"/>
              <a:gd name="connsiteX15" fmla="*/ 266768 w 2832168"/>
              <a:gd name="connsiteY15" fmla="*/ 889000 h 1485900"/>
              <a:gd name="connsiteX16" fmla="*/ 139768 w 2832168"/>
              <a:gd name="connsiteY16" fmla="*/ 1028700 h 1485900"/>
              <a:gd name="connsiteX17" fmla="*/ 63568 w 2832168"/>
              <a:gd name="connsiteY17" fmla="*/ 1219200 h 1485900"/>
              <a:gd name="connsiteX18" fmla="*/ 25468 w 2832168"/>
              <a:gd name="connsiteY18" fmla="*/ 1270000 h 1485900"/>
              <a:gd name="connsiteX19" fmla="*/ 68 w 2832168"/>
              <a:gd name="connsiteY19" fmla="*/ 137160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32168" h="1485900">
                <a:moveTo>
                  <a:pt x="2832168" y="0"/>
                </a:moveTo>
                <a:cubicBezTo>
                  <a:pt x="2741293" y="181751"/>
                  <a:pt x="2788073" y="101177"/>
                  <a:pt x="2552768" y="381000"/>
                </a:cubicBezTo>
                <a:cubicBezTo>
                  <a:pt x="2479457" y="468180"/>
                  <a:pt x="2402566" y="552364"/>
                  <a:pt x="2324168" y="635000"/>
                </a:cubicBezTo>
                <a:cubicBezTo>
                  <a:pt x="2245878" y="717521"/>
                  <a:pt x="2169459" y="802537"/>
                  <a:pt x="2082868" y="876300"/>
                </a:cubicBezTo>
                <a:cubicBezTo>
                  <a:pt x="1913321" y="1020729"/>
                  <a:pt x="1521073" y="1322298"/>
                  <a:pt x="1295468" y="1435100"/>
                </a:cubicBezTo>
                <a:lnTo>
                  <a:pt x="1193868" y="1485900"/>
                </a:lnTo>
                <a:cubicBezTo>
                  <a:pt x="1016068" y="1460500"/>
                  <a:pt x="836036" y="1447568"/>
                  <a:pt x="660468" y="1409700"/>
                </a:cubicBezTo>
                <a:cubicBezTo>
                  <a:pt x="607491" y="1398274"/>
                  <a:pt x="500568" y="1319725"/>
                  <a:pt x="469968" y="1270000"/>
                </a:cubicBezTo>
                <a:cubicBezTo>
                  <a:pt x="420357" y="1189382"/>
                  <a:pt x="397988" y="1093028"/>
                  <a:pt x="342968" y="1016000"/>
                </a:cubicBezTo>
                <a:lnTo>
                  <a:pt x="279468" y="927100"/>
                </a:lnTo>
                <a:cubicBezTo>
                  <a:pt x="251036" y="813373"/>
                  <a:pt x="250181" y="876850"/>
                  <a:pt x="457268" y="901700"/>
                </a:cubicBezTo>
                <a:cubicBezTo>
                  <a:pt x="499509" y="906769"/>
                  <a:pt x="541935" y="910167"/>
                  <a:pt x="584268" y="914400"/>
                </a:cubicBezTo>
                <a:cubicBezTo>
                  <a:pt x="596968" y="922867"/>
                  <a:pt x="637176" y="943502"/>
                  <a:pt x="622368" y="939800"/>
                </a:cubicBezTo>
                <a:cubicBezTo>
                  <a:pt x="591091" y="931981"/>
                  <a:pt x="564054" y="911895"/>
                  <a:pt x="533468" y="901700"/>
                </a:cubicBezTo>
                <a:cubicBezTo>
                  <a:pt x="459983" y="877205"/>
                  <a:pt x="417416" y="874235"/>
                  <a:pt x="342968" y="863600"/>
                </a:cubicBezTo>
                <a:cubicBezTo>
                  <a:pt x="317568" y="872067"/>
                  <a:pt x="287548" y="872117"/>
                  <a:pt x="266768" y="889000"/>
                </a:cubicBezTo>
                <a:cubicBezTo>
                  <a:pt x="217925" y="928685"/>
                  <a:pt x="172751" y="975103"/>
                  <a:pt x="139768" y="1028700"/>
                </a:cubicBezTo>
                <a:cubicBezTo>
                  <a:pt x="103924" y="1086946"/>
                  <a:pt x="92846" y="1157392"/>
                  <a:pt x="63568" y="1219200"/>
                </a:cubicBezTo>
                <a:cubicBezTo>
                  <a:pt x="54507" y="1238329"/>
                  <a:pt x="38168" y="1253067"/>
                  <a:pt x="25468" y="1270000"/>
                </a:cubicBezTo>
                <a:cubicBezTo>
                  <a:pt x="-2609" y="1354232"/>
                  <a:pt x="68" y="1319426"/>
                  <a:pt x="68" y="1371600"/>
                </a:cubicBezTo>
              </a:path>
            </a:pathLst>
          </a:custGeom>
          <a:noFill/>
          <a:ln w="38100">
            <a:solidFill>
              <a:srgbClr val="8A00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A51D841-2564-AA92-63AF-1774827D3F7E}"/>
              </a:ext>
            </a:extLst>
          </p:cNvPr>
          <p:cNvSpPr/>
          <p:nvPr/>
        </p:nvSpPr>
        <p:spPr>
          <a:xfrm>
            <a:off x="4070168" y="2411212"/>
            <a:ext cx="2921000" cy="826352"/>
          </a:xfrm>
          <a:custGeom>
            <a:avLst/>
            <a:gdLst>
              <a:gd name="connsiteX0" fmla="*/ 0 w 2921000"/>
              <a:gd name="connsiteY0" fmla="*/ 826352 h 826352"/>
              <a:gd name="connsiteX1" fmla="*/ 698500 w 2921000"/>
              <a:gd name="connsiteY1" fmla="*/ 165952 h 826352"/>
              <a:gd name="connsiteX2" fmla="*/ 1066800 w 2921000"/>
              <a:gd name="connsiteY2" fmla="*/ 852 h 826352"/>
              <a:gd name="connsiteX3" fmla="*/ 2159000 w 2921000"/>
              <a:gd name="connsiteY3" fmla="*/ 89752 h 826352"/>
              <a:gd name="connsiteX4" fmla="*/ 2603500 w 2921000"/>
              <a:gd name="connsiteY4" fmla="*/ 216752 h 826352"/>
              <a:gd name="connsiteX5" fmla="*/ 2768600 w 2921000"/>
              <a:gd name="connsiteY5" fmla="*/ 343752 h 826352"/>
              <a:gd name="connsiteX6" fmla="*/ 2921000 w 2921000"/>
              <a:gd name="connsiteY6" fmla="*/ 432652 h 826352"/>
              <a:gd name="connsiteX7" fmla="*/ 2806700 w 2921000"/>
              <a:gd name="connsiteY7" fmla="*/ 115152 h 826352"/>
              <a:gd name="connsiteX8" fmla="*/ 2844800 w 2921000"/>
              <a:gd name="connsiteY8" fmla="*/ 178652 h 826352"/>
              <a:gd name="connsiteX9" fmla="*/ 2641600 w 2921000"/>
              <a:gd name="connsiteY9" fmla="*/ 559652 h 826352"/>
              <a:gd name="connsiteX10" fmla="*/ 2578100 w 2921000"/>
              <a:gd name="connsiteY10" fmla="*/ 572352 h 826352"/>
              <a:gd name="connsiteX11" fmla="*/ 2527300 w 2921000"/>
              <a:gd name="connsiteY11" fmla="*/ 597752 h 826352"/>
              <a:gd name="connsiteX12" fmla="*/ 2705100 w 2921000"/>
              <a:gd name="connsiteY12" fmla="*/ 534252 h 826352"/>
              <a:gd name="connsiteX13" fmla="*/ 2806700 w 2921000"/>
              <a:gd name="connsiteY13" fmla="*/ 483452 h 82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21000" h="826352">
                <a:moveTo>
                  <a:pt x="0" y="826352"/>
                </a:moveTo>
                <a:cubicBezTo>
                  <a:pt x="365609" y="354107"/>
                  <a:pt x="201993" y="481043"/>
                  <a:pt x="698500" y="165952"/>
                </a:cubicBezTo>
                <a:cubicBezTo>
                  <a:pt x="958091" y="1211"/>
                  <a:pt x="875847" y="24721"/>
                  <a:pt x="1066800" y="852"/>
                </a:cubicBezTo>
                <a:cubicBezTo>
                  <a:pt x="1747087" y="12382"/>
                  <a:pt x="1659468" y="-39159"/>
                  <a:pt x="2159000" y="89752"/>
                </a:cubicBezTo>
                <a:cubicBezTo>
                  <a:pt x="2308207" y="128257"/>
                  <a:pt x="2603500" y="216752"/>
                  <a:pt x="2603500" y="216752"/>
                </a:cubicBezTo>
                <a:cubicBezTo>
                  <a:pt x="2658533" y="259085"/>
                  <a:pt x="2710385" y="305912"/>
                  <a:pt x="2768600" y="343752"/>
                </a:cubicBezTo>
                <a:cubicBezTo>
                  <a:pt x="3050427" y="526940"/>
                  <a:pt x="2691065" y="248704"/>
                  <a:pt x="2921000" y="432652"/>
                </a:cubicBezTo>
                <a:cubicBezTo>
                  <a:pt x="2899349" y="382132"/>
                  <a:pt x="2806700" y="188573"/>
                  <a:pt x="2806700" y="115152"/>
                </a:cubicBezTo>
                <a:cubicBezTo>
                  <a:pt x="2806700" y="90468"/>
                  <a:pt x="2832100" y="157485"/>
                  <a:pt x="2844800" y="178652"/>
                </a:cubicBezTo>
                <a:cubicBezTo>
                  <a:pt x="2911005" y="430230"/>
                  <a:pt x="3009530" y="486066"/>
                  <a:pt x="2641600" y="559652"/>
                </a:cubicBezTo>
                <a:lnTo>
                  <a:pt x="2578100" y="572352"/>
                </a:lnTo>
                <a:cubicBezTo>
                  <a:pt x="2561167" y="580819"/>
                  <a:pt x="2509166" y="603192"/>
                  <a:pt x="2527300" y="597752"/>
                </a:cubicBezTo>
                <a:cubicBezTo>
                  <a:pt x="2587579" y="579668"/>
                  <a:pt x="2646853" y="558081"/>
                  <a:pt x="2705100" y="534252"/>
                </a:cubicBezTo>
                <a:cubicBezTo>
                  <a:pt x="2740145" y="519915"/>
                  <a:pt x="2806700" y="483452"/>
                  <a:pt x="2806700" y="483452"/>
                </a:cubicBezTo>
              </a:path>
            </a:pathLst>
          </a:custGeom>
          <a:noFill/>
          <a:ln w="38100">
            <a:solidFill>
              <a:srgbClr val="8A00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C086AAB-FF69-EFED-21C2-41EE37C733F5}"/>
              </a:ext>
            </a:extLst>
          </p:cNvPr>
          <p:cNvGrpSpPr/>
          <p:nvPr/>
        </p:nvGrpSpPr>
        <p:grpSpPr>
          <a:xfrm>
            <a:off x="7063553" y="2778801"/>
            <a:ext cx="3735004" cy="1095425"/>
            <a:chOff x="7316008" y="3231645"/>
            <a:chExt cx="3735004" cy="1095425"/>
          </a:xfrm>
        </p:grpSpPr>
        <p:sp>
          <p:nvSpPr>
            <p:cNvPr id="16" name="Rombo 15">
              <a:extLst>
                <a:ext uri="{FF2B5EF4-FFF2-40B4-BE49-F238E27FC236}">
                  <a16:creationId xmlns:a16="http://schemas.microsoft.com/office/drawing/2014/main" id="{18A8D79E-E171-C8D5-3342-D60C45368AA0}"/>
                </a:ext>
              </a:extLst>
            </p:cNvPr>
            <p:cNvSpPr/>
            <p:nvPr/>
          </p:nvSpPr>
          <p:spPr>
            <a:xfrm>
              <a:off x="7316008" y="3286271"/>
              <a:ext cx="3735004" cy="1040799"/>
            </a:xfrm>
            <a:prstGeom prst="diamond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2345419-483F-DACF-4D0A-1EF64029834A}"/>
                </a:ext>
              </a:extLst>
            </p:cNvPr>
            <p:cNvSpPr txBox="1"/>
            <p:nvPr/>
          </p:nvSpPr>
          <p:spPr>
            <a:xfrm>
              <a:off x="7631318" y="3231645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3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4B4F8199-CCFA-42D1-8ED2-649051600151}"/>
                </a:ext>
              </a:extLst>
            </p:cNvPr>
            <p:cNvSpPr txBox="1"/>
            <p:nvPr/>
          </p:nvSpPr>
          <p:spPr>
            <a:xfrm>
              <a:off x="7780320" y="3616696"/>
              <a:ext cx="2943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</a:t>
              </a:r>
              <a:r>
                <a:rPr lang="en-US" dirty="0" err="1"/>
                <a:t>kettle_temperature</a:t>
              </a:r>
              <a:r>
                <a:rPr lang="en-US" dirty="0"/>
                <a:t> &lt; 100?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CC32200-6290-ED39-C6EE-1FE6B7E9691B}"/>
              </a:ext>
            </a:extLst>
          </p:cNvPr>
          <p:cNvGrpSpPr/>
          <p:nvPr/>
        </p:nvGrpSpPr>
        <p:grpSpPr>
          <a:xfrm>
            <a:off x="8876407" y="2064424"/>
            <a:ext cx="189715" cy="654403"/>
            <a:chOff x="8839563" y="1988339"/>
            <a:chExt cx="317500" cy="1095184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6202E547-FB47-063D-62FB-FBF43A3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8980418" y="1988339"/>
              <a:ext cx="0" cy="1078443"/>
            </a:xfrm>
            <a:prstGeom prst="line">
              <a:avLst/>
            </a:prstGeom>
            <a:ln w="38100">
              <a:solidFill>
                <a:srgbClr val="8A00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BE7EEDC0-F8EB-48B6-3C73-B4CAD62CC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9263" y="2841788"/>
              <a:ext cx="177800" cy="241735"/>
            </a:xfrm>
            <a:prstGeom prst="line">
              <a:avLst/>
            </a:prstGeom>
            <a:ln w="38100">
              <a:solidFill>
                <a:srgbClr val="8A00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80B6EB50-BF66-87A1-881F-118308008BE7}"/>
                </a:ext>
              </a:extLst>
            </p:cNvPr>
            <p:cNvCxnSpPr/>
            <p:nvPr/>
          </p:nvCxnSpPr>
          <p:spPr>
            <a:xfrm flipH="1" flipV="1">
              <a:off x="8839563" y="2841788"/>
              <a:ext cx="139700" cy="241735"/>
            </a:xfrm>
            <a:prstGeom prst="line">
              <a:avLst/>
            </a:prstGeom>
            <a:ln w="38100">
              <a:solidFill>
                <a:srgbClr val="8A00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445E5E45-EAC2-9B4B-5CFF-A2392827D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5593"/>
            <a:ext cx="7527865" cy="185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68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61AC0-1651-93EA-7F7C-6B3A3163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32B827-5427-06F7-B8D5-33FBBC406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63A91BC5-1800-DA92-ABAD-994707B66D7A}"/>
              </a:ext>
            </a:extLst>
          </p:cNvPr>
          <p:cNvSpPr/>
          <p:nvPr/>
        </p:nvSpPr>
        <p:spPr>
          <a:xfrm>
            <a:off x="7063553" y="2833427"/>
            <a:ext cx="3735004" cy="1040799"/>
          </a:xfrm>
          <a:prstGeom prst="diamond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6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778B-0885-AD2D-8A6E-912BF9F0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mbo 33">
            <a:extLst>
              <a:ext uri="{FF2B5EF4-FFF2-40B4-BE49-F238E27FC236}">
                <a16:creationId xmlns:a16="http://schemas.microsoft.com/office/drawing/2014/main" id="{1CEB91F5-1526-09AD-F295-A35CA365FE04}"/>
              </a:ext>
            </a:extLst>
          </p:cNvPr>
          <p:cNvSpPr/>
          <p:nvPr/>
        </p:nvSpPr>
        <p:spPr>
          <a:xfrm>
            <a:off x="7329259" y="2782565"/>
            <a:ext cx="3735004" cy="1040799"/>
          </a:xfrm>
          <a:prstGeom prst="diamond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95820F6-CCD9-4620-1358-2D1BC9C19F42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17A5E4-31E6-9CCB-FD8D-1F863693B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393">
            <a:off x="10756589" y="3581595"/>
            <a:ext cx="1177254" cy="210884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FD4BD8-695C-68B3-B4E0-7B77495F4F0D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A2B1BAF-1513-FF9E-6401-E6FC49930842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F0FC72-E773-207F-7291-3726A981AE24}"/>
              </a:ext>
            </a:extLst>
          </p:cNvPr>
          <p:cNvSpPr txBox="1"/>
          <p:nvPr/>
        </p:nvSpPr>
        <p:spPr>
          <a:xfrm>
            <a:off x="7715814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print(</a:t>
            </a:r>
            <a:r>
              <a:rPr lang="en-US" dirty="0" err="1"/>
              <a:t>numbers_times_two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EE60B71-827D-A215-BC76-8270F24A0C60}"/>
              </a:ext>
            </a:extLst>
          </p:cNvPr>
          <p:cNvGrpSpPr/>
          <p:nvPr/>
        </p:nvGrpSpPr>
        <p:grpSpPr>
          <a:xfrm>
            <a:off x="7837125" y="38921"/>
            <a:ext cx="3058402" cy="1254083"/>
            <a:chOff x="7470476" y="695741"/>
            <a:chExt cx="4446516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FF2BC8B-7C6D-DBA2-5F7D-509B513A9DD6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59ED4389-5502-3EAF-CF6D-A5A9A986A3C7}"/>
                </a:ext>
              </a:extLst>
            </p:cNvPr>
            <p:cNvSpPr txBox="1"/>
            <p:nvPr/>
          </p:nvSpPr>
          <p:spPr>
            <a:xfrm>
              <a:off x="7470476" y="1304205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CAFF6D8-BBB3-9BEE-9632-31D4245689E4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AE5138-73FC-4E7F-2401-30ED0994A4D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F80A30-87A2-FBFD-4755-64B0B6A81219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0A775CD-E74B-4458-833C-1F1F19AF93C7}"/>
              </a:ext>
            </a:extLst>
          </p:cNvPr>
          <p:cNvGrpSpPr/>
          <p:nvPr/>
        </p:nvGrpSpPr>
        <p:grpSpPr>
          <a:xfrm>
            <a:off x="6880265" y="2512539"/>
            <a:ext cx="4662725" cy="950548"/>
            <a:chOff x="7573024" y="695741"/>
            <a:chExt cx="4002164" cy="950548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B45B4538-8B3D-7239-AFC2-30C0D71CDB50}"/>
                </a:ext>
              </a:extLst>
            </p:cNvPr>
            <p:cNvSpPr txBox="1"/>
            <p:nvPr/>
          </p:nvSpPr>
          <p:spPr>
            <a:xfrm>
              <a:off x="7573024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is </a:t>
              </a:r>
              <a:r>
                <a:rPr lang="en-US" b="1" dirty="0">
                  <a:solidFill>
                    <a:srgbClr val="B400B8"/>
                  </a:solidFill>
                </a:rPr>
                <a:t>number</a:t>
              </a:r>
              <a:r>
                <a:rPr lang="en-US" dirty="0"/>
                <a:t> in </a:t>
              </a:r>
              <a:r>
                <a:rPr lang="en-US" b="1" dirty="0">
                  <a:solidFill>
                    <a:srgbClr val="D3934D"/>
                  </a:solidFill>
                </a:rPr>
                <a:t>numbers</a:t>
              </a:r>
              <a:r>
                <a:rPr lang="en-US" dirty="0"/>
                <a:t>?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49C63464-0707-5F94-EBF4-06C7C9D7DBD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3</a:t>
              </a:r>
            </a:p>
          </p:txBody>
        </p:sp>
      </p:grpSp>
      <p:sp>
        <p:nvSpPr>
          <p:cNvPr id="24" name="Título 1">
            <a:extLst>
              <a:ext uri="{FF2B5EF4-FFF2-40B4-BE49-F238E27FC236}">
                <a16:creationId xmlns:a16="http://schemas.microsoft.com/office/drawing/2014/main" id="{4052CBAF-FC75-8162-5946-ECDE800D5F12}"/>
              </a:ext>
            </a:extLst>
          </p:cNvPr>
          <p:cNvSpPr txBox="1">
            <a:spLocks/>
          </p:cNvSpPr>
          <p:nvPr/>
        </p:nvSpPr>
        <p:spPr>
          <a:xfrm>
            <a:off x="12986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sz="36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</a:t>
            </a:r>
            <a:r>
              <a:rPr lang="es-AR" sz="36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sz="36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(a, b, c)</a:t>
            </a:r>
            <a:br>
              <a:rPr lang="es-AR" dirty="0"/>
            </a:br>
            <a:r>
              <a:rPr lang="es-AR" sz="36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3600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sz="36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sz="3600" dirty="0"/>
              <a:t> </a:t>
            </a:r>
            <a:endParaRPr lang="en-US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32A4A96-1611-6DEB-5DEC-EEE91AAE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7524"/>
            <a:ext cx="5212300" cy="2217062"/>
          </a:xfrm>
          <a:prstGeom prst="rect">
            <a:avLst/>
          </a:prstGeom>
        </p:spPr>
      </p:pic>
      <p:sp>
        <p:nvSpPr>
          <p:cNvPr id="27" name="Elipse 26">
            <a:extLst>
              <a:ext uri="{FF2B5EF4-FFF2-40B4-BE49-F238E27FC236}">
                <a16:creationId xmlns:a16="http://schemas.microsoft.com/office/drawing/2014/main" id="{B55954FB-A683-BEA6-00D0-21DE3BC40B0C}"/>
              </a:ext>
            </a:extLst>
          </p:cNvPr>
          <p:cNvSpPr/>
          <p:nvPr/>
        </p:nvSpPr>
        <p:spPr>
          <a:xfrm>
            <a:off x="3075390" y="2927295"/>
            <a:ext cx="2537838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E84FE9F-0B0A-E8E2-65C4-A5736A2DF49D}"/>
              </a:ext>
            </a:extLst>
          </p:cNvPr>
          <p:cNvSpPr txBox="1"/>
          <p:nvPr/>
        </p:nvSpPr>
        <p:spPr>
          <a:xfrm>
            <a:off x="3169836" y="3221820"/>
            <a:ext cx="244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 the number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E3F1BA8-1906-79B7-A9C2-0143A9D2DE0E}"/>
              </a:ext>
            </a:extLst>
          </p:cNvPr>
          <p:cNvSpPr txBox="1"/>
          <p:nvPr/>
        </p:nvSpPr>
        <p:spPr>
          <a:xfrm>
            <a:off x="2741561" y="2719523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4B8A336A-4C48-8290-1185-02C5B1DA9779}"/>
              </a:ext>
            </a:extLst>
          </p:cNvPr>
          <p:cNvSpPr/>
          <p:nvPr/>
        </p:nvSpPr>
        <p:spPr>
          <a:xfrm>
            <a:off x="9123835" y="1560696"/>
            <a:ext cx="504598" cy="1048547"/>
          </a:xfrm>
          <a:custGeom>
            <a:avLst/>
            <a:gdLst>
              <a:gd name="connsiteX0" fmla="*/ 320071 w 502689"/>
              <a:gd name="connsiteY0" fmla="*/ 0 h 1371600"/>
              <a:gd name="connsiteX1" fmla="*/ 269271 w 502689"/>
              <a:gd name="connsiteY1" fmla="*/ 368300 h 1371600"/>
              <a:gd name="connsiteX2" fmla="*/ 218471 w 502689"/>
              <a:gd name="connsiteY2" fmla="*/ 1155700 h 1371600"/>
              <a:gd name="connsiteX3" fmla="*/ 2571 w 502689"/>
              <a:gd name="connsiteY3" fmla="*/ 647700 h 1371600"/>
              <a:gd name="connsiteX4" fmla="*/ 91471 w 502689"/>
              <a:gd name="connsiteY4" fmla="*/ 825500 h 1371600"/>
              <a:gd name="connsiteX5" fmla="*/ 180371 w 502689"/>
              <a:gd name="connsiteY5" fmla="*/ 1104900 h 1371600"/>
              <a:gd name="connsiteX6" fmla="*/ 218471 w 502689"/>
              <a:gd name="connsiteY6" fmla="*/ 1143000 h 1371600"/>
              <a:gd name="connsiteX7" fmla="*/ 447071 w 502689"/>
              <a:gd name="connsiteY7" fmla="*/ 800100 h 1371600"/>
              <a:gd name="connsiteX8" fmla="*/ 497871 w 502689"/>
              <a:gd name="connsiteY8" fmla="*/ 685800 h 1371600"/>
              <a:gd name="connsiteX9" fmla="*/ 116871 w 502689"/>
              <a:gd name="connsiteY9" fmla="*/ 1371600 h 1371600"/>
              <a:gd name="connsiteX0" fmla="*/ 320071 w 502689"/>
              <a:gd name="connsiteY0" fmla="*/ 0 h 1155700"/>
              <a:gd name="connsiteX1" fmla="*/ 269271 w 502689"/>
              <a:gd name="connsiteY1" fmla="*/ 368300 h 1155700"/>
              <a:gd name="connsiteX2" fmla="*/ 218471 w 502689"/>
              <a:gd name="connsiteY2" fmla="*/ 1155700 h 1155700"/>
              <a:gd name="connsiteX3" fmla="*/ 2571 w 502689"/>
              <a:gd name="connsiteY3" fmla="*/ 647700 h 1155700"/>
              <a:gd name="connsiteX4" fmla="*/ 91471 w 502689"/>
              <a:gd name="connsiteY4" fmla="*/ 825500 h 1155700"/>
              <a:gd name="connsiteX5" fmla="*/ 180371 w 502689"/>
              <a:gd name="connsiteY5" fmla="*/ 1104900 h 1155700"/>
              <a:gd name="connsiteX6" fmla="*/ 218471 w 502689"/>
              <a:gd name="connsiteY6" fmla="*/ 1143000 h 1155700"/>
              <a:gd name="connsiteX7" fmla="*/ 447071 w 502689"/>
              <a:gd name="connsiteY7" fmla="*/ 800100 h 1155700"/>
              <a:gd name="connsiteX8" fmla="*/ 497871 w 502689"/>
              <a:gd name="connsiteY8" fmla="*/ 685800 h 1155700"/>
              <a:gd name="connsiteX0" fmla="*/ 320071 w 503901"/>
              <a:gd name="connsiteY0" fmla="*/ 0 h 1155700"/>
              <a:gd name="connsiteX1" fmla="*/ 269271 w 503901"/>
              <a:gd name="connsiteY1" fmla="*/ 368300 h 1155700"/>
              <a:gd name="connsiteX2" fmla="*/ 218471 w 503901"/>
              <a:gd name="connsiteY2" fmla="*/ 1155700 h 1155700"/>
              <a:gd name="connsiteX3" fmla="*/ 2571 w 503901"/>
              <a:gd name="connsiteY3" fmla="*/ 647700 h 1155700"/>
              <a:gd name="connsiteX4" fmla="*/ 91471 w 503901"/>
              <a:gd name="connsiteY4" fmla="*/ 825500 h 1155700"/>
              <a:gd name="connsiteX5" fmla="*/ 180371 w 503901"/>
              <a:gd name="connsiteY5" fmla="*/ 1104900 h 1155700"/>
              <a:gd name="connsiteX6" fmla="*/ 285146 w 503901"/>
              <a:gd name="connsiteY6" fmla="*/ 1076325 h 1155700"/>
              <a:gd name="connsiteX7" fmla="*/ 447071 w 503901"/>
              <a:gd name="connsiteY7" fmla="*/ 800100 h 1155700"/>
              <a:gd name="connsiteX8" fmla="*/ 497871 w 503901"/>
              <a:gd name="connsiteY8" fmla="*/ 685800 h 1155700"/>
              <a:gd name="connsiteX0" fmla="*/ 320803 w 504633"/>
              <a:gd name="connsiteY0" fmla="*/ 0 h 1139825"/>
              <a:gd name="connsiteX1" fmla="*/ 270003 w 504633"/>
              <a:gd name="connsiteY1" fmla="*/ 368300 h 1139825"/>
              <a:gd name="connsiteX2" fmla="*/ 219203 w 504633"/>
              <a:gd name="connsiteY2" fmla="*/ 1139825 h 1139825"/>
              <a:gd name="connsiteX3" fmla="*/ 3303 w 504633"/>
              <a:gd name="connsiteY3" fmla="*/ 647700 h 1139825"/>
              <a:gd name="connsiteX4" fmla="*/ 92203 w 504633"/>
              <a:gd name="connsiteY4" fmla="*/ 825500 h 1139825"/>
              <a:gd name="connsiteX5" fmla="*/ 181103 w 504633"/>
              <a:gd name="connsiteY5" fmla="*/ 1104900 h 1139825"/>
              <a:gd name="connsiteX6" fmla="*/ 285878 w 504633"/>
              <a:gd name="connsiteY6" fmla="*/ 1076325 h 1139825"/>
              <a:gd name="connsiteX7" fmla="*/ 447803 w 504633"/>
              <a:gd name="connsiteY7" fmla="*/ 800100 h 1139825"/>
              <a:gd name="connsiteX8" fmla="*/ 498603 w 504633"/>
              <a:gd name="connsiteY8" fmla="*/ 685800 h 1139825"/>
              <a:gd name="connsiteX0" fmla="*/ 320803 w 504633"/>
              <a:gd name="connsiteY0" fmla="*/ 0 h 1165945"/>
              <a:gd name="connsiteX1" fmla="*/ 270003 w 504633"/>
              <a:gd name="connsiteY1" fmla="*/ 368300 h 1165945"/>
              <a:gd name="connsiteX2" fmla="*/ 219203 w 504633"/>
              <a:gd name="connsiteY2" fmla="*/ 1139825 h 1165945"/>
              <a:gd name="connsiteX3" fmla="*/ 3303 w 504633"/>
              <a:gd name="connsiteY3" fmla="*/ 647700 h 1165945"/>
              <a:gd name="connsiteX4" fmla="*/ 92203 w 504633"/>
              <a:gd name="connsiteY4" fmla="*/ 825500 h 1165945"/>
              <a:gd name="connsiteX5" fmla="*/ 181103 w 504633"/>
              <a:gd name="connsiteY5" fmla="*/ 1104900 h 1165945"/>
              <a:gd name="connsiteX6" fmla="*/ 285878 w 504633"/>
              <a:gd name="connsiteY6" fmla="*/ 1076325 h 1165945"/>
              <a:gd name="connsiteX7" fmla="*/ 447803 w 504633"/>
              <a:gd name="connsiteY7" fmla="*/ 800100 h 1165945"/>
              <a:gd name="connsiteX8" fmla="*/ 498603 w 504633"/>
              <a:gd name="connsiteY8" fmla="*/ 685800 h 1165945"/>
              <a:gd name="connsiteX0" fmla="*/ 320803 w 505571"/>
              <a:gd name="connsiteY0" fmla="*/ 0 h 1165945"/>
              <a:gd name="connsiteX1" fmla="*/ 270003 w 505571"/>
              <a:gd name="connsiteY1" fmla="*/ 368300 h 1165945"/>
              <a:gd name="connsiteX2" fmla="*/ 219203 w 505571"/>
              <a:gd name="connsiteY2" fmla="*/ 1139825 h 1165945"/>
              <a:gd name="connsiteX3" fmla="*/ 3303 w 505571"/>
              <a:gd name="connsiteY3" fmla="*/ 647700 h 1165945"/>
              <a:gd name="connsiteX4" fmla="*/ 92203 w 505571"/>
              <a:gd name="connsiteY4" fmla="*/ 825500 h 1165945"/>
              <a:gd name="connsiteX5" fmla="*/ 181103 w 505571"/>
              <a:gd name="connsiteY5" fmla="*/ 1104900 h 1165945"/>
              <a:gd name="connsiteX6" fmla="*/ 235078 w 505571"/>
              <a:gd name="connsiteY6" fmla="*/ 1146175 h 1165945"/>
              <a:gd name="connsiteX7" fmla="*/ 447803 w 505571"/>
              <a:gd name="connsiteY7" fmla="*/ 800100 h 1165945"/>
              <a:gd name="connsiteX8" fmla="*/ 498603 w 505571"/>
              <a:gd name="connsiteY8" fmla="*/ 685800 h 1165945"/>
              <a:gd name="connsiteX0" fmla="*/ 320803 w 505254"/>
              <a:gd name="connsiteY0" fmla="*/ 0 h 1165945"/>
              <a:gd name="connsiteX1" fmla="*/ 270003 w 505254"/>
              <a:gd name="connsiteY1" fmla="*/ 368300 h 1165945"/>
              <a:gd name="connsiteX2" fmla="*/ 219203 w 505254"/>
              <a:gd name="connsiteY2" fmla="*/ 1139825 h 1165945"/>
              <a:gd name="connsiteX3" fmla="*/ 3303 w 505254"/>
              <a:gd name="connsiteY3" fmla="*/ 647700 h 1165945"/>
              <a:gd name="connsiteX4" fmla="*/ 92203 w 505254"/>
              <a:gd name="connsiteY4" fmla="*/ 825500 h 1165945"/>
              <a:gd name="connsiteX5" fmla="*/ 181103 w 505254"/>
              <a:gd name="connsiteY5" fmla="*/ 1104900 h 1165945"/>
              <a:gd name="connsiteX6" fmla="*/ 250953 w 505254"/>
              <a:gd name="connsiteY6" fmla="*/ 1158875 h 1165945"/>
              <a:gd name="connsiteX7" fmla="*/ 447803 w 505254"/>
              <a:gd name="connsiteY7" fmla="*/ 800100 h 1165945"/>
              <a:gd name="connsiteX8" fmla="*/ 498603 w 505254"/>
              <a:gd name="connsiteY8" fmla="*/ 685800 h 1165945"/>
              <a:gd name="connsiteX0" fmla="*/ 323328 w 507779"/>
              <a:gd name="connsiteY0" fmla="*/ 0 h 1203139"/>
              <a:gd name="connsiteX1" fmla="*/ 272528 w 507779"/>
              <a:gd name="connsiteY1" fmla="*/ 368300 h 1203139"/>
              <a:gd name="connsiteX2" fmla="*/ 275703 w 507779"/>
              <a:gd name="connsiteY2" fmla="*/ 1177925 h 1203139"/>
              <a:gd name="connsiteX3" fmla="*/ 5828 w 507779"/>
              <a:gd name="connsiteY3" fmla="*/ 647700 h 1203139"/>
              <a:gd name="connsiteX4" fmla="*/ 94728 w 507779"/>
              <a:gd name="connsiteY4" fmla="*/ 825500 h 1203139"/>
              <a:gd name="connsiteX5" fmla="*/ 183628 w 507779"/>
              <a:gd name="connsiteY5" fmla="*/ 1104900 h 1203139"/>
              <a:gd name="connsiteX6" fmla="*/ 253478 w 507779"/>
              <a:gd name="connsiteY6" fmla="*/ 1158875 h 1203139"/>
              <a:gd name="connsiteX7" fmla="*/ 450328 w 507779"/>
              <a:gd name="connsiteY7" fmla="*/ 800100 h 1203139"/>
              <a:gd name="connsiteX8" fmla="*/ 501128 w 507779"/>
              <a:gd name="connsiteY8" fmla="*/ 685800 h 1203139"/>
              <a:gd name="connsiteX0" fmla="*/ 320147 w 504598"/>
              <a:gd name="connsiteY0" fmla="*/ 0 h 1162848"/>
              <a:gd name="connsiteX1" fmla="*/ 269347 w 504598"/>
              <a:gd name="connsiteY1" fmla="*/ 368300 h 1162848"/>
              <a:gd name="connsiteX2" fmla="*/ 202672 w 504598"/>
              <a:gd name="connsiteY2" fmla="*/ 1136650 h 1162848"/>
              <a:gd name="connsiteX3" fmla="*/ 2647 w 504598"/>
              <a:gd name="connsiteY3" fmla="*/ 647700 h 1162848"/>
              <a:gd name="connsiteX4" fmla="*/ 91547 w 504598"/>
              <a:gd name="connsiteY4" fmla="*/ 825500 h 1162848"/>
              <a:gd name="connsiteX5" fmla="*/ 180447 w 504598"/>
              <a:gd name="connsiteY5" fmla="*/ 1104900 h 1162848"/>
              <a:gd name="connsiteX6" fmla="*/ 250297 w 504598"/>
              <a:gd name="connsiteY6" fmla="*/ 1158875 h 1162848"/>
              <a:gd name="connsiteX7" fmla="*/ 447147 w 504598"/>
              <a:gd name="connsiteY7" fmla="*/ 800100 h 1162848"/>
              <a:gd name="connsiteX8" fmla="*/ 497947 w 504598"/>
              <a:gd name="connsiteY8" fmla="*/ 685800 h 11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598" h="1162848">
                <a:moveTo>
                  <a:pt x="320147" y="0"/>
                </a:moveTo>
                <a:cubicBezTo>
                  <a:pt x="303214" y="122767"/>
                  <a:pt x="288926" y="178858"/>
                  <a:pt x="269347" y="368300"/>
                </a:cubicBezTo>
                <a:cubicBezTo>
                  <a:pt x="249768" y="557742"/>
                  <a:pt x="290284" y="1311875"/>
                  <a:pt x="202672" y="1136650"/>
                </a:cubicBezTo>
                <a:cubicBezTo>
                  <a:pt x="115060" y="961425"/>
                  <a:pt x="21168" y="699558"/>
                  <a:pt x="2647" y="647700"/>
                </a:cubicBezTo>
                <a:cubicBezTo>
                  <a:pt x="-15874" y="595842"/>
                  <a:pt x="68047" y="763545"/>
                  <a:pt x="91547" y="825500"/>
                </a:cubicBezTo>
                <a:cubicBezTo>
                  <a:pt x="128861" y="923873"/>
                  <a:pt x="153989" y="1049338"/>
                  <a:pt x="180447" y="1104900"/>
                </a:cubicBezTo>
                <a:cubicBezTo>
                  <a:pt x="206905" y="1160462"/>
                  <a:pt x="237597" y="1146175"/>
                  <a:pt x="250297" y="1158875"/>
                </a:cubicBezTo>
                <a:cubicBezTo>
                  <a:pt x="365471" y="1020666"/>
                  <a:pt x="405872" y="878946"/>
                  <a:pt x="447147" y="800100"/>
                </a:cubicBezTo>
                <a:cubicBezTo>
                  <a:pt x="488422" y="721254"/>
                  <a:pt x="518544" y="649549"/>
                  <a:pt x="497947" y="685800"/>
                </a:cubicBezTo>
              </a:path>
            </a:pathLst>
          </a:custGeom>
          <a:noFill/>
          <a:ln w="38100">
            <a:solidFill>
              <a:srgbClr val="7911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90C82C1B-8763-606B-61A5-C9A79FC72270}"/>
              </a:ext>
            </a:extLst>
          </p:cNvPr>
          <p:cNvSpPr/>
          <p:nvPr/>
        </p:nvSpPr>
        <p:spPr>
          <a:xfrm>
            <a:off x="9004644" y="3998437"/>
            <a:ext cx="361682" cy="1069415"/>
          </a:xfrm>
          <a:custGeom>
            <a:avLst/>
            <a:gdLst>
              <a:gd name="connsiteX0" fmla="*/ 270815 w 476017"/>
              <a:gd name="connsiteY0" fmla="*/ 0 h 1143000"/>
              <a:gd name="connsiteX1" fmla="*/ 258115 w 476017"/>
              <a:gd name="connsiteY1" fmla="*/ 431800 h 1143000"/>
              <a:gd name="connsiteX2" fmla="*/ 232715 w 476017"/>
              <a:gd name="connsiteY2" fmla="*/ 609600 h 1143000"/>
              <a:gd name="connsiteX3" fmla="*/ 220015 w 476017"/>
              <a:gd name="connsiteY3" fmla="*/ 723900 h 1143000"/>
              <a:gd name="connsiteX4" fmla="*/ 207315 w 476017"/>
              <a:gd name="connsiteY4" fmla="*/ 1079500 h 1143000"/>
              <a:gd name="connsiteX5" fmla="*/ 194615 w 476017"/>
              <a:gd name="connsiteY5" fmla="*/ 1130300 h 1143000"/>
              <a:gd name="connsiteX6" fmla="*/ 118415 w 476017"/>
              <a:gd name="connsiteY6" fmla="*/ 1092200 h 1143000"/>
              <a:gd name="connsiteX7" fmla="*/ 54915 w 476017"/>
              <a:gd name="connsiteY7" fmla="*/ 977900 h 1143000"/>
              <a:gd name="connsiteX8" fmla="*/ 42215 w 476017"/>
              <a:gd name="connsiteY8" fmla="*/ 939800 h 1143000"/>
              <a:gd name="connsiteX9" fmla="*/ 80315 w 476017"/>
              <a:gd name="connsiteY9" fmla="*/ 965200 h 1143000"/>
              <a:gd name="connsiteX10" fmla="*/ 131115 w 476017"/>
              <a:gd name="connsiteY10" fmla="*/ 1016000 h 1143000"/>
              <a:gd name="connsiteX11" fmla="*/ 181915 w 476017"/>
              <a:gd name="connsiteY11" fmla="*/ 1041400 h 1143000"/>
              <a:gd name="connsiteX12" fmla="*/ 220015 w 476017"/>
              <a:gd name="connsiteY12" fmla="*/ 1066800 h 1143000"/>
              <a:gd name="connsiteX13" fmla="*/ 232715 w 476017"/>
              <a:gd name="connsiteY13" fmla="*/ 1117600 h 1143000"/>
              <a:gd name="connsiteX14" fmla="*/ 474015 w 476017"/>
              <a:gd name="connsiteY14" fmla="*/ 876300 h 1143000"/>
              <a:gd name="connsiteX15" fmla="*/ 385115 w 476017"/>
              <a:gd name="connsiteY15" fmla="*/ 990600 h 1143000"/>
              <a:gd name="connsiteX16" fmla="*/ 347015 w 476017"/>
              <a:gd name="connsiteY16" fmla="*/ 1054100 h 1143000"/>
              <a:gd name="connsiteX17" fmla="*/ 308915 w 476017"/>
              <a:gd name="connsiteY17" fmla="*/ 1079500 h 1143000"/>
              <a:gd name="connsiteX18" fmla="*/ 232715 w 476017"/>
              <a:gd name="connsiteY18" fmla="*/ 1143000 h 1143000"/>
              <a:gd name="connsiteX19" fmla="*/ 143815 w 476017"/>
              <a:gd name="connsiteY19" fmla="*/ 1130300 h 1143000"/>
              <a:gd name="connsiteX20" fmla="*/ 29515 w 476017"/>
              <a:gd name="connsiteY20" fmla="*/ 1041400 h 1143000"/>
              <a:gd name="connsiteX21" fmla="*/ 16815 w 476017"/>
              <a:gd name="connsiteY21" fmla="*/ 990600 h 1143000"/>
              <a:gd name="connsiteX22" fmla="*/ 4115 w 476017"/>
              <a:gd name="connsiteY22" fmla="*/ 952500 h 1143000"/>
              <a:gd name="connsiteX23" fmla="*/ 80315 w 476017"/>
              <a:gd name="connsiteY23" fmla="*/ 1003300 h 1143000"/>
              <a:gd name="connsiteX24" fmla="*/ 131115 w 476017"/>
              <a:gd name="connsiteY24" fmla="*/ 1041400 h 1143000"/>
              <a:gd name="connsiteX25" fmla="*/ 207315 w 476017"/>
              <a:gd name="connsiteY25" fmla="*/ 1117600 h 1143000"/>
              <a:gd name="connsiteX26" fmla="*/ 207315 w 476017"/>
              <a:gd name="connsiteY26" fmla="*/ 11303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76017" h="1143000">
                <a:moveTo>
                  <a:pt x="270815" y="0"/>
                </a:moveTo>
                <a:cubicBezTo>
                  <a:pt x="266582" y="143933"/>
                  <a:pt x="264805" y="287960"/>
                  <a:pt x="258115" y="431800"/>
                </a:cubicBezTo>
                <a:cubicBezTo>
                  <a:pt x="251082" y="583009"/>
                  <a:pt x="248400" y="499807"/>
                  <a:pt x="232715" y="609600"/>
                </a:cubicBezTo>
                <a:cubicBezTo>
                  <a:pt x="227294" y="647549"/>
                  <a:pt x="224248" y="685800"/>
                  <a:pt x="220015" y="723900"/>
                </a:cubicBezTo>
                <a:cubicBezTo>
                  <a:pt x="215782" y="842433"/>
                  <a:pt x="214714" y="961122"/>
                  <a:pt x="207315" y="1079500"/>
                </a:cubicBezTo>
                <a:cubicBezTo>
                  <a:pt x="206226" y="1096920"/>
                  <a:pt x="211894" y="1127832"/>
                  <a:pt x="194615" y="1130300"/>
                </a:cubicBezTo>
                <a:cubicBezTo>
                  <a:pt x="166502" y="1134316"/>
                  <a:pt x="143815" y="1104900"/>
                  <a:pt x="118415" y="1092200"/>
                </a:cubicBezTo>
                <a:cubicBezTo>
                  <a:pt x="50060" y="1006756"/>
                  <a:pt x="78472" y="1060351"/>
                  <a:pt x="54915" y="977900"/>
                </a:cubicBezTo>
                <a:cubicBezTo>
                  <a:pt x="51237" y="965028"/>
                  <a:pt x="30241" y="945787"/>
                  <a:pt x="42215" y="939800"/>
                </a:cubicBezTo>
                <a:cubicBezTo>
                  <a:pt x="55867" y="932974"/>
                  <a:pt x="68726" y="955267"/>
                  <a:pt x="80315" y="965200"/>
                </a:cubicBezTo>
                <a:cubicBezTo>
                  <a:pt x="98497" y="980785"/>
                  <a:pt x="111957" y="1001632"/>
                  <a:pt x="131115" y="1016000"/>
                </a:cubicBezTo>
                <a:cubicBezTo>
                  <a:pt x="146261" y="1027359"/>
                  <a:pt x="165477" y="1032007"/>
                  <a:pt x="181915" y="1041400"/>
                </a:cubicBezTo>
                <a:cubicBezTo>
                  <a:pt x="195167" y="1048973"/>
                  <a:pt x="207315" y="1058333"/>
                  <a:pt x="220015" y="1066800"/>
                </a:cubicBezTo>
                <a:cubicBezTo>
                  <a:pt x="224248" y="1083733"/>
                  <a:pt x="215782" y="1121833"/>
                  <a:pt x="232715" y="1117600"/>
                </a:cubicBezTo>
                <a:cubicBezTo>
                  <a:pt x="331861" y="1092813"/>
                  <a:pt x="443631" y="967451"/>
                  <a:pt x="474015" y="876300"/>
                </a:cubicBezTo>
                <a:cubicBezTo>
                  <a:pt x="489279" y="830509"/>
                  <a:pt x="413170" y="951323"/>
                  <a:pt x="385115" y="990600"/>
                </a:cubicBezTo>
                <a:cubicBezTo>
                  <a:pt x="370768" y="1010686"/>
                  <a:pt x="363079" y="1035358"/>
                  <a:pt x="347015" y="1054100"/>
                </a:cubicBezTo>
                <a:cubicBezTo>
                  <a:pt x="337082" y="1065689"/>
                  <a:pt x="320641" y="1069729"/>
                  <a:pt x="308915" y="1079500"/>
                </a:cubicBezTo>
                <a:cubicBezTo>
                  <a:pt x="211129" y="1160988"/>
                  <a:pt x="327310" y="1079937"/>
                  <a:pt x="232715" y="1143000"/>
                </a:cubicBezTo>
                <a:cubicBezTo>
                  <a:pt x="203082" y="1138767"/>
                  <a:pt x="170589" y="1143687"/>
                  <a:pt x="143815" y="1130300"/>
                </a:cubicBezTo>
                <a:cubicBezTo>
                  <a:pt x="100643" y="1108714"/>
                  <a:pt x="29515" y="1041400"/>
                  <a:pt x="29515" y="1041400"/>
                </a:cubicBezTo>
                <a:cubicBezTo>
                  <a:pt x="25282" y="1024467"/>
                  <a:pt x="21610" y="1007383"/>
                  <a:pt x="16815" y="990600"/>
                </a:cubicBezTo>
                <a:cubicBezTo>
                  <a:pt x="13137" y="977728"/>
                  <a:pt x="-9012" y="949875"/>
                  <a:pt x="4115" y="952500"/>
                </a:cubicBezTo>
                <a:cubicBezTo>
                  <a:pt x="34049" y="958487"/>
                  <a:pt x="55306" y="985794"/>
                  <a:pt x="80315" y="1003300"/>
                </a:cubicBezTo>
                <a:cubicBezTo>
                  <a:pt x="97655" y="1015438"/>
                  <a:pt x="113891" y="1029097"/>
                  <a:pt x="131115" y="1041400"/>
                </a:cubicBezTo>
                <a:cubicBezTo>
                  <a:pt x="177685" y="1074664"/>
                  <a:pt x="172734" y="1059966"/>
                  <a:pt x="207315" y="1117600"/>
                </a:cubicBezTo>
                <a:cubicBezTo>
                  <a:pt x="209493" y="1121230"/>
                  <a:pt x="207315" y="1126067"/>
                  <a:pt x="207315" y="1130300"/>
                </a:cubicBezTo>
              </a:path>
            </a:pathLst>
          </a:custGeom>
          <a:noFill/>
          <a:ln w="38100">
            <a:solidFill>
              <a:srgbClr val="7911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461E4934-38FA-FC4C-1FD0-5E43804ECB7D}"/>
              </a:ext>
            </a:extLst>
          </p:cNvPr>
          <p:cNvSpPr/>
          <p:nvPr/>
        </p:nvSpPr>
        <p:spPr>
          <a:xfrm>
            <a:off x="5435600" y="3746500"/>
            <a:ext cx="1587500" cy="457200"/>
          </a:xfrm>
          <a:custGeom>
            <a:avLst/>
            <a:gdLst>
              <a:gd name="connsiteX0" fmla="*/ 1587500 w 1587500"/>
              <a:gd name="connsiteY0" fmla="*/ 0 h 457200"/>
              <a:gd name="connsiteX1" fmla="*/ 1422400 w 1587500"/>
              <a:gd name="connsiteY1" fmla="*/ 228600 h 457200"/>
              <a:gd name="connsiteX2" fmla="*/ 1054100 w 1587500"/>
              <a:gd name="connsiteY2" fmla="*/ 457200 h 457200"/>
              <a:gd name="connsiteX3" fmla="*/ 635000 w 1587500"/>
              <a:gd name="connsiteY3" fmla="*/ 381000 h 457200"/>
              <a:gd name="connsiteX4" fmla="*/ 406400 w 1587500"/>
              <a:gd name="connsiteY4" fmla="*/ 241300 h 457200"/>
              <a:gd name="connsiteX5" fmla="*/ 203200 w 1587500"/>
              <a:gd name="connsiteY5" fmla="*/ 177800 h 457200"/>
              <a:gd name="connsiteX6" fmla="*/ 101600 w 1587500"/>
              <a:gd name="connsiteY6" fmla="*/ 152400 h 457200"/>
              <a:gd name="connsiteX7" fmla="*/ 25400 w 1587500"/>
              <a:gd name="connsiteY7" fmla="*/ 127000 h 457200"/>
              <a:gd name="connsiteX8" fmla="*/ 88900 w 1587500"/>
              <a:gd name="connsiteY8" fmla="*/ 101600 h 457200"/>
              <a:gd name="connsiteX9" fmla="*/ 12700 w 1587500"/>
              <a:gd name="connsiteY9" fmla="*/ 76200 h 457200"/>
              <a:gd name="connsiteX10" fmla="*/ 25400 w 1587500"/>
              <a:gd name="connsiteY10" fmla="*/ 190500 h 457200"/>
              <a:gd name="connsiteX11" fmla="*/ 101600 w 1587500"/>
              <a:gd name="connsiteY11" fmla="*/ 342900 h 457200"/>
              <a:gd name="connsiteX12" fmla="*/ 25400 w 1587500"/>
              <a:gd name="connsiteY12" fmla="*/ 228600 h 457200"/>
              <a:gd name="connsiteX13" fmla="*/ 0 w 1587500"/>
              <a:gd name="connsiteY13" fmla="*/ 165100 h 457200"/>
              <a:gd name="connsiteX14" fmla="*/ 25400 w 1587500"/>
              <a:gd name="connsiteY14" fmla="*/ 101600 h 457200"/>
              <a:gd name="connsiteX15" fmla="*/ 127000 w 1587500"/>
              <a:gd name="connsiteY15" fmla="*/ 76200 h 457200"/>
              <a:gd name="connsiteX16" fmla="*/ 203200 w 1587500"/>
              <a:gd name="connsiteY16" fmla="*/ 50800 h 457200"/>
              <a:gd name="connsiteX17" fmla="*/ 101600 w 1587500"/>
              <a:gd name="connsiteY17" fmla="*/ 63500 h 457200"/>
              <a:gd name="connsiteX18" fmla="*/ 152400 w 1587500"/>
              <a:gd name="connsiteY18" fmla="*/ 76200 h 457200"/>
              <a:gd name="connsiteX19" fmla="*/ 215900 w 1587500"/>
              <a:gd name="connsiteY19" fmla="*/ 63500 h 457200"/>
              <a:gd name="connsiteX20" fmla="*/ 38100 w 1587500"/>
              <a:gd name="connsiteY20" fmla="*/ 889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87500" h="457200">
                <a:moveTo>
                  <a:pt x="1587500" y="0"/>
                </a:moveTo>
                <a:cubicBezTo>
                  <a:pt x="1540026" y="79123"/>
                  <a:pt x="1490337" y="167457"/>
                  <a:pt x="1422400" y="228600"/>
                </a:cubicBezTo>
                <a:cubicBezTo>
                  <a:pt x="1260751" y="374084"/>
                  <a:pt x="1211805" y="387109"/>
                  <a:pt x="1054100" y="457200"/>
                </a:cubicBezTo>
                <a:cubicBezTo>
                  <a:pt x="840560" y="436863"/>
                  <a:pt x="808280" y="453960"/>
                  <a:pt x="635000" y="381000"/>
                </a:cubicBezTo>
                <a:cubicBezTo>
                  <a:pt x="522941" y="333817"/>
                  <a:pt x="534845" y="298387"/>
                  <a:pt x="406400" y="241300"/>
                </a:cubicBezTo>
                <a:cubicBezTo>
                  <a:pt x="341553" y="212479"/>
                  <a:pt x="271325" y="197670"/>
                  <a:pt x="203200" y="177800"/>
                </a:cubicBezTo>
                <a:cubicBezTo>
                  <a:pt x="169687" y="168025"/>
                  <a:pt x="135166" y="161990"/>
                  <a:pt x="101600" y="152400"/>
                </a:cubicBezTo>
                <a:cubicBezTo>
                  <a:pt x="75856" y="145045"/>
                  <a:pt x="25400" y="127000"/>
                  <a:pt x="25400" y="127000"/>
                </a:cubicBezTo>
                <a:cubicBezTo>
                  <a:pt x="46567" y="118533"/>
                  <a:pt x="66783" y="107129"/>
                  <a:pt x="88900" y="101600"/>
                </a:cubicBezTo>
                <a:cubicBezTo>
                  <a:pt x="185398" y="77475"/>
                  <a:pt x="294389" y="97868"/>
                  <a:pt x="12700" y="76200"/>
                </a:cubicBezTo>
                <a:cubicBezTo>
                  <a:pt x="16933" y="114300"/>
                  <a:pt x="13278" y="154133"/>
                  <a:pt x="25400" y="190500"/>
                </a:cubicBezTo>
                <a:cubicBezTo>
                  <a:pt x="43361" y="244382"/>
                  <a:pt x="133105" y="390157"/>
                  <a:pt x="101600" y="342900"/>
                </a:cubicBezTo>
                <a:cubicBezTo>
                  <a:pt x="76200" y="304800"/>
                  <a:pt x="48118" y="268357"/>
                  <a:pt x="25400" y="228600"/>
                </a:cubicBezTo>
                <a:cubicBezTo>
                  <a:pt x="14089" y="208806"/>
                  <a:pt x="8467" y="186267"/>
                  <a:pt x="0" y="165100"/>
                </a:cubicBezTo>
                <a:cubicBezTo>
                  <a:pt x="8467" y="143933"/>
                  <a:pt x="6724" y="114673"/>
                  <a:pt x="25400" y="101600"/>
                </a:cubicBezTo>
                <a:cubicBezTo>
                  <a:pt x="53999" y="81581"/>
                  <a:pt x="93434" y="85790"/>
                  <a:pt x="127000" y="76200"/>
                </a:cubicBezTo>
                <a:cubicBezTo>
                  <a:pt x="152744" y="68845"/>
                  <a:pt x="227147" y="62774"/>
                  <a:pt x="203200" y="50800"/>
                </a:cubicBezTo>
                <a:cubicBezTo>
                  <a:pt x="172673" y="35536"/>
                  <a:pt x="135467" y="59267"/>
                  <a:pt x="101600" y="63500"/>
                </a:cubicBezTo>
                <a:cubicBezTo>
                  <a:pt x="118533" y="67733"/>
                  <a:pt x="134946" y="76200"/>
                  <a:pt x="152400" y="76200"/>
                </a:cubicBezTo>
                <a:cubicBezTo>
                  <a:pt x="173986" y="76200"/>
                  <a:pt x="237486" y="63500"/>
                  <a:pt x="215900" y="63500"/>
                </a:cubicBezTo>
                <a:cubicBezTo>
                  <a:pt x="81039" y="63500"/>
                  <a:pt x="104086" y="55907"/>
                  <a:pt x="38100" y="88900"/>
                </a:cubicBezTo>
              </a:path>
            </a:pathLst>
          </a:custGeom>
          <a:noFill/>
          <a:ln w="38100">
            <a:solidFill>
              <a:srgbClr val="7911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0247C50D-848C-92BF-DB91-0D5AEB231BE7}"/>
              </a:ext>
            </a:extLst>
          </p:cNvPr>
          <p:cNvSpPr/>
          <p:nvPr/>
        </p:nvSpPr>
        <p:spPr>
          <a:xfrm>
            <a:off x="4889500" y="2451100"/>
            <a:ext cx="2032000" cy="622686"/>
          </a:xfrm>
          <a:custGeom>
            <a:avLst/>
            <a:gdLst>
              <a:gd name="connsiteX0" fmla="*/ 0 w 2032000"/>
              <a:gd name="connsiteY0" fmla="*/ 254000 h 622686"/>
              <a:gd name="connsiteX1" fmla="*/ 63500 w 2032000"/>
              <a:gd name="connsiteY1" fmla="*/ 228600 h 622686"/>
              <a:gd name="connsiteX2" fmla="*/ 165100 w 2032000"/>
              <a:gd name="connsiteY2" fmla="*/ 165100 h 622686"/>
              <a:gd name="connsiteX3" fmla="*/ 342900 w 2032000"/>
              <a:gd name="connsiteY3" fmla="*/ 114300 h 622686"/>
              <a:gd name="connsiteX4" fmla="*/ 698500 w 2032000"/>
              <a:gd name="connsiteY4" fmla="*/ 0 h 622686"/>
              <a:gd name="connsiteX5" fmla="*/ 1231900 w 2032000"/>
              <a:gd name="connsiteY5" fmla="*/ 25400 h 622686"/>
              <a:gd name="connsiteX6" fmla="*/ 1536700 w 2032000"/>
              <a:gd name="connsiteY6" fmla="*/ 152400 h 622686"/>
              <a:gd name="connsiteX7" fmla="*/ 1625600 w 2032000"/>
              <a:gd name="connsiteY7" fmla="*/ 215900 h 622686"/>
              <a:gd name="connsiteX8" fmla="*/ 1689100 w 2032000"/>
              <a:gd name="connsiteY8" fmla="*/ 254000 h 622686"/>
              <a:gd name="connsiteX9" fmla="*/ 1828800 w 2032000"/>
              <a:gd name="connsiteY9" fmla="*/ 419100 h 622686"/>
              <a:gd name="connsiteX10" fmla="*/ 1854200 w 2032000"/>
              <a:gd name="connsiteY10" fmla="*/ 457200 h 622686"/>
              <a:gd name="connsiteX11" fmla="*/ 1943100 w 2032000"/>
              <a:gd name="connsiteY11" fmla="*/ 495300 h 622686"/>
              <a:gd name="connsiteX12" fmla="*/ 1981200 w 2032000"/>
              <a:gd name="connsiteY12" fmla="*/ 520700 h 622686"/>
              <a:gd name="connsiteX13" fmla="*/ 1968500 w 2032000"/>
              <a:gd name="connsiteY13" fmla="*/ 469900 h 622686"/>
              <a:gd name="connsiteX14" fmla="*/ 1955800 w 2032000"/>
              <a:gd name="connsiteY14" fmla="*/ 431800 h 622686"/>
              <a:gd name="connsiteX15" fmla="*/ 1943100 w 2032000"/>
              <a:gd name="connsiteY15" fmla="*/ 355600 h 622686"/>
              <a:gd name="connsiteX16" fmla="*/ 2032000 w 2032000"/>
              <a:gd name="connsiteY16" fmla="*/ 520700 h 622686"/>
              <a:gd name="connsiteX17" fmla="*/ 1930400 w 2032000"/>
              <a:gd name="connsiteY17" fmla="*/ 596900 h 622686"/>
              <a:gd name="connsiteX18" fmla="*/ 1879600 w 2032000"/>
              <a:gd name="connsiteY18" fmla="*/ 622300 h 622686"/>
              <a:gd name="connsiteX19" fmla="*/ 2032000 w 2032000"/>
              <a:gd name="connsiteY19" fmla="*/ 558800 h 622686"/>
              <a:gd name="connsiteX20" fmla="*/ 2019300 w 2032000"/>
              <a:gd name="connsiteY20" fmla="*/ 469900 h 622686"/>
              <a:gd name="connsiteX21" fmla="*/ 1993900 w 2032000"/>
              <a:gd name="connsiteY21" fmla="*/ 355600 h 622686"/>
              <a:gd name="connsiteX22" fmla="*/ 2019300 w 2032000"/>
              <a:gd name="connsiteY22" fmla="*/ 457200 h 622686"/>
              <a:gd name="connsiteX23" fmla="*/ 2006600 w 2032000"/>
              <a:gd name="connsiteY23" fmla="*/ 558800 h 622686"/>
              <a:gd name="connsiteX24" fmla="*/ 1955800 w 2032000"/>
              <a:gd name="connsiteY24" fmla="*/ 584200 h 622686"/>
              <a:gd name="connsiteX25" fmla="*/ 1917700 w 2032000"/>
              <a:gd name="connsiteY25" fmla="*/ 596900 h 62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32000" h="622686">
                <a:moveTo>
                  <a:pt x="0" y="254000"/>
                </a:moveTo>
                <a:cubicBezTo>
                  <a:pt x="21167" y="245533"/>
                  <a:pt x="43428" y="239408"/>
                  <a:pt x="63500" y="228600"/>
                </a:cubicBezTo>
                <a:cubicBezTo>
                  <a:pt x="98664" y="209666"/>
                  <a:pt x="128136" y="180222"/>
                  <a:pt x="165100" y="165100"/>
                </a:cubicBezTo>
                <a:cubicBezTo>
                  <a:pt x="222149" y="141762"/>
                  <a:pt x="284018" y="132525"/>
                  <a:pt x="342900" y="114300"/>
                </a:cubicBezTo>
                <a:cubicBezTo>
                  <a:pt x="461839" y="77486"/>
                  <a:pt x="698500" y="0"/>
                  <a:pt x="698500" y="0"/>
                </a:cubicBezTo>
                <a:cubicBezTo>
                  <a:pt x="876300" y="8467"/>
                  <a:pt x="1055226" y="3703"/>
                  <a:pt x="1231900" y="25400"/>
                </a:cubicBezTo>
                <a:cubicBezTo>
                  <a:pt x="1329855" y="37430"/>
                  <a:pt x="1451073" y="98883"/>
                  <a:pt x="1536700" y="152400"/>
                </a:cubicBezTo>
                <a:cubicBezTo>
                  <a:pt x="1567581" y="171701"/>
                  <a:pt x="1595300" y="195700"/>
                  <a:pt x="1625600" y="215900"/>
                </a:cubicBezTo>
                <a:cubicBezTo>
                  <a:pt x="1646139" y="229592"/>
                  <a:pt x="1671646" y="236546"/>
                  <a:pt x="1689100" y="254000"/>
                </a:cubicBezTo>
                <a:cubicBezTo>
                  <a:pt x="1740076" y="304976"/>
                  <a:pt x="1788811" y="359117"/>
                  <a:pt x="1828800" y="419100"/>
                </a:cubicBezTo>
                <a:cubicBezTo>
                  <a:pt x="1837267" y="431800"/>
                  <a:pt x="1842474" y="447429"/>
                  <a:pt x="1854200" y="457200"/>
                </a:cubicBezTo>
                <a:cubicBezTo>
                  <a:pt x="1893841" y="490234"/>
                  <a:pt x="1903397" y="475448"/>
                  <a:pt x="1943100" y="495300"/>
                </a:cubicBezTo>
                <a:cubicBezTo>
                  <a:pt x="1956752" y="502126"/>
                  <a:pt x="1968500" y="512233"/>
                  <a:pt x="1981200" y="520700"/>
                </a:cubicBezTo>
                <a:cubicBezTo>
                  <a:pt x="1976967" y="503767"/>
                  <a:pt x="1973295" y="486683"/>
                  <a:pt x="1968500" y="469900"/>
                </a:cubicBezTo>
                <a:cubicBezTo>
                  <a:pt x="1964822" y="457028"/>
                  <a:pt x="1958704" y="444868"/>
                  <a:pt x="1955800" y="431800"/>
                </a:cubicBezTo>
                <a:cubicBezTo>
                  <a:pt x="1950214" y="406663"/>
                  <a:pt x="1920068" y="344084"/>
                  <a:pt x="1943100" y="355600"/>
                </a:cubicBezTo>
                <a:cubicBezTo>
                  <a:pt x="1977112" y="372606"/>
                  <a:pt x="2015497" y="479443"/>
                  <a:pt x="2032000" y="520700"/>
                </a:cubicBezTo>
                <a:cubicBezTo>
                  <a:pt x="2011245" y="624475"/>
                  <a:pt x="2043698" y="566000"/>
                  <a:pt x="1930400" y="596900"/>
                </a:cubicBezTo>
                <a:cubicBezTo>
                  <a:pt x="1912135" y="601881"/>
                  <a:pt x="1861036" y="626013"/>
                  <a:pt x="1879600" y="622300"/>
                </a:cubicBezTo>
                <a:cubicBezTo>
                  <a:pt x="1971586" y="603903"/>
                  <a:pt x="1974468" y="597155"/>
                  <a:pt x="2032000" y="558800"/>
                </a:cubicBezTo>
                <a:cubicBezTo>
                  <a:pt x="2027767" y="529167"/>
                  <a:pt x="2024817" y="499321"/>
                  <a:pt x="2019300" y="469900"/>
                </a:cubicBezTo>
                <a:cubicBezTo>
                  <a:pt x="2012107" y="431539"/>
                  <a:pt x="1993900" y="394629"/>
                  <a:pt x="1993900" y="355600"/>
                </a:cubicBezTo>
                <a:cubicBezTo>
                  <a:pt x="1993900" y="320691"/>
                  <a:pt x="2019300" y="457200"/>
                  <a:pt x="2019300" y="457200"/>
                </a:cubicBezTo>
                <a:cubicBezTo>
                  <a:pt x="2015067" y="491067"/>
                  <a:pt x="2021864" y="528273"/>
                  <a:pt x="2006600" y="558800"/>
                </a:cubicBezTo>
                <a:cubicBezTo>
                  <a:pt x="1998133" y="575733"/>
                  <a:pt x="1973201" y="576742"/>
                  <a:pt x="1955800" y="584200"/>
                </a:cubicBezTo>
                <a:cubicBezTo>
                  <a:pt x="1943495" y="589473"/>
                  <a:pt x="1917700" y="596900"/>
                  <a:pt x="1917700" y="596900"/>
                </a:cubicBezTo>
              </a:path>
            </a:pathLst>
          </a:custGeom>
          <a:noFill/>
          <a:ln w="38100">
            <a:solidFill>
              <a:srgbClr val="7911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9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833625" y="5131780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847480" y="5381559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8456473" y="5567373"/>
            <a:ext cx="1525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print(…)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1304784F-B88B-E77F-7EEF-645BD56285B1}"/>
              </a:ext>
            </a:extLst>
          </p:cNvPr>
          <p:cNvSpPr/>
          <p:nvPr/>
        </p:nvSpPr>
        <p:spPr>
          <a:xfrm>
            <a:off x="391405" y="1900135"/>
            <a:ext cx="747686" cy="1769502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7162D1FD-68BE-A8B8-CF24-3A1805D1B802}"/>
              </a:ext>
            </a:extLst>
          </p:cNvPr>
          <p:cNvSpPr txBox="1">
            <a:spLocks/>
          </p:cNvSpPr>
          <p:nvPr/>
        </p:nvSpPr>
        <p:spPr>
          <a:xfrm>
            <a:off x="129860" y="365125"/>
            <a:ext cx="6853430" cy="1174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</a:t>
            </a:r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(a, b, c)</a:t>
            </a:r>
            <a:br>
              <a:rPr lang="es-AR" sz="3600" dirty="0"/>
            </a:b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800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sz="2800" dirty="0"/>
              <a:t> </a:t>
            </a:r>
            <a:endParaRPr lang="en-US" sz="36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DAB91392-120A-3DB9-B0C7-99D55FFD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062281"/>
            <a:ext cx="7523018" cy="1816408"/>
          </a:xfrm>
          <a:prstGeom prst="rect">
            <a:avLst/>
          </a:prstGeom>
        </p:spPr>
      </p:pic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9E68C85-3412-0753-49E3-ED03DD4213B0}"/>
              </a:ext>
            </a:extLst>
          </p:cNvPr>
          <p:cNvCxnSpPr>
            <a:cxnSpLocks/>
          </p:cNvCxnSpPr>
          <p:nvPr/>
        </p:nvCxnSpPr>
        <p:spPr>
          <a:xfrm>
            <a:off x="9310255" y="1540066"/>
            <a:ext cx="0" cy="1078443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81A9928-1A8E-5C1A-AADA-3735FC16D1C5}"/>
              </a:ext>
            </a:extLst>
          </p:cNvPr>
          <p:cNvCxnSpPr>
            <a:cxnSpLocks/>
          </p:cNvCxnSpPr>
          <p:nvPr/>
        </p:nvCxnSpPr>
        <p:spPr>
          <a:xfrm flipV="1">
            <a:off x="9309100" y="2393515"/>
            <a:ext cx="177800" cy="241735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C311DBF-B13B-08D9-3FD5-B05630472405}"/>
              </a:ext>
            </a:extLst>
          </p:cNvPr>
          <p:cNvCxnSpPr/>
          <p:nvPr/>
        </p:nvCxnSpPr>
        <p:spPr>
          <a:xfrm flipH="1" flipV="1">
            <a:off x="9169400" y="2393515"/>
            <a:ext cx="139700" cy="241735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1BD9E74-4DC9-84EB-5503-562B3D10FABE}"/>
              </a:ext>
            </a:extLst>
          </p:cNvPr>
          <p:cNvCxnSpPr>
            <a:cxnSpLocks/>
          </p:cNvCxnSpPr>
          <p:nvPr/>
        </p:nvCxnSpPr>
        <p:spPr>
          <a:xfrm>
            <a:off x="9326735" y="4044844"/>
            <a:ext cx="0" cy="1078443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AC0AAC5-02B0-05E3-2724-D490676A99EE}"/>
              </a:ext>
            </a:extLst>
          </p:cNvPr>
          <p:cNvCxnSpPr>
            <a:cxnSpLocks/>
          </p:cNvCxnSpPr>
          <p:nvPr/>
        </p:nvCxnSpPr>
        <p:spPr>
          <a:xfrm flipV="1">
            <a:off x="9325580" y="4898293"/>
            <a:ext cx="177800" cy="241735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9A6FE44-D130-C909-253F-C1FE05521D2A}"/>
              </a:ext>
            </a:extLst>
          </p:cNvPr>
          <p:cNvCxnSpPr>
            <a:cxnSpLocks/>
          </p:cNvCxnSpPr>
          <p:nvPr/>
        </p:nvCxnSpPr>
        <p:spPr>
          <a:xfrm flipH="1" flipV="1">
            <a:off x="9185880" y="4898293"/>
            <a:ext cx="139700" cy="241735"/>
          </a:xfrm>
          <a:prstGeom prst="line">
            <a:avLst/>
          </a:prstGeom>
          <a:ln w="38100">
            <a:solidFill>
              <a:srgbClr val="8A00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55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2A367E-A12F-CB13-5841-B612F3F9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E925A0-6C9B-394B-959C-406057E22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4EE21C6-DB00-C272-C966-34178B67DA8B}"/>
              </a:ext>
            </a:extLst>
          </p:cNvPr>
          <p:cNvSpPr txBox="1"/>
          <p:nvPr/>
        </p:nvSpPr>
        <p:spPr>
          <a:xfrm>
            <a:off x="7833625" y="5131780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391FA29-CB76-5E91-BF02-1C4771B47B15}"/>
              </a:ext>
            </a:extLst>
          </p:cNvPr>
          <p:cNvSpPr/>
          <p:nvPr/>
        </p:nvSpPr>
        <p:spPr>
          <a:xfrm>
            <a:off x="7847480" y="5381559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E9B319-2B86-3B19-2B63-07E90CCAA6C1}"/>
              </a:ext>
            </a:extLst>
          </p:cNvPr>
          <p:cNvSpPr txBox="1"/>
          <p:nvPr/>
        </p:nvSpPr>
        <p:spPr>
          <a:xfrm>
            <a:off x="8456473" y="5567373"/>
            <a:ext cx="1525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print(…)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57CA576-B1C6-A9F5-8F5C-F4CFC07BF398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805BAE73-7B0A-0431-C71A-E991BFE686C2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9170F35-471B-B43E-C98D-D728E13440A3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DCD0343-65EE-0C26-9CC9-8424980F81A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E57EC02-10EA-AE81-AB27-4A2D87343F21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0A43655E-4B84-B703-F076-D809D02D109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5C4AE3E-C66C-FF03-45F1-920FADF3B70C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50F5E4-8123-2B1F-14F1-766EB1F2702E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BAD1CCF-9465-773F-4FD5-E8E35311347A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74495B0-F067-D9FA-6172-91B76D3F8A91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DD2D3AA8-94CD-3D57-BA46-44AF58ACF415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37AF89A-1446-B4FB-CA2B-7FC450A0DEB8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B1BF814-4E68-4A75-5D21-919E2E7338E9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66470DD3-D181-470D-6D8C-4FCB5EF0BC7E}"/>
              </a:ext>
            </a:extLst>
          </p:cNvPr>
          <p:cNvSpPr/>
          <p:nvPr/>
        </p:nvSpPr>
        <p:spPr>
          <a:xfrm>
            <a:off x="391405" y="1900135"/>
            <a:ext cx="747686" cy="1769502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B984BF73-AD8E-0E80-2353-3C1CB3C4777F}"/>
              </a:ext>
            </a:extLst>
          </p:cNvPr>
          <p:cNvSpPr txBox="1">
            <a:spLocks/>
          </p:cNvSpPr>
          <p:nvPr/>
        </p:nvSpPr>
        <p:spPr>
          <a:xfrm>
            <a:off x="129860" y="365125"/>
            <a:ext cx="6853430" cy="1174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</a:t>
            </a:r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(a, b, c)</a:t>
            </a:r>
            <a:br>
              <a:rPr lang="es-AR" sz="3600" dirty="0"/>
            </a:b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800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sz="2800" dirty="0"/>
              <a:t> </a:t>
            </a:r>
            <a:endParaRPr lang="en-US" sz="36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DB0CA3D0-6B5D-3B54-A4A3-B2C31721F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062281"/>
            <a:ext cx="7523018" cy="181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8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7CB8-2FCE-D304-D3B1-8832133E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9BD975-DDD8-D3B1-1CA8-466FF1DDB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1378">
            <a:off x="10382542" y="3594603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28B5E94-874E-064E-AB69-3A52D843F35C}"/>
              </a:ext>
            </a:extLst>
          </p:cNvPr>
          <p:cNvSpPr txBox="1"/>
          <p:nvPr/>
        </p:nvSpPr>
        <p:spPr>
          <a:xfrm>
            <a:off x="3145547" y="3735558"/>
            <a:ext cx="67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4A5845B-4FFF-DD35-5186-FCD19290BA59}"/>
              </a:ext>
            </a:extLst>
          </p:cNvPr>
          <p:cNvSpPr/>
          <p:nvPr/>
        </p:nvSpPr>
        <p:spPr>
          <a:xfrm>
            <a:off x="3606286" y="3803766"/>
            <a:ext cx="2182496" cy="76249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C26BA3-C3CA-B091-AAB3-6D8AA3587D6D}"/>
              </a:ext>
            </a:extLst>
          </p:cNvPr>
          <p:cNvSpPr txBox="1"/>
          <p:nvPr/>
        </p:nvSpPr>
        <p:spPr>
          <a:xfrm>
            <a:off x="3809573" y="4012258"/>
            <a:ext cx="1841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A1434E0-0881-537D-D76C-B324CD57B20E}"/>
              </a:ext>
            </a:extLst>
          </p:cNvPr>
          <p:cNvGrpSpPr/>
          <p:nvPr/>
        </p:nvGrpSpPr>
        <p:grpSpPr>
          <a:xfrm>
            <a:off x="7026314" y="218233"/>
            <a:ext cx="4773677" cy="983342"/>
            <a:chOff x="7687212" y="875053"/>
            <a:chExt cx="4093344" cy="98334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07388794-D05D-EC88-A530-788F75BD3FF0}"/>
                </a:ext>
              </a:extLst>
            </p:cNvPr>
            <p:cNvSpPr/>
            <p:nvPr/>
          </p:nvSpPr>
          <p:spPr>
            <a:xfrm>
              <a:off x="8041583" y="1082871"/>
              <a:ext cx="3224308" cy="775524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3B21825-7CE2-9F77-0224-C9EB4B7F702A}"/>
                </a:ext>
              </a:extLst>
            </p:cNvPr>
            <p:cNvSpPr txBox="1"/>
            <p:nvPr/>
          </p:nvSpPr>
          <p:spPr>
            <a:xfrm>
              <a:off x="8182431" y="1312191"/>
              <a:ext cx="35981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names = [“Lionel </a:t>
              </a:r>
              <a:r>
                <a:rPr lang="es-AR" sz="1400" dirty="0"/>
                <a:t>”</a:t>
              </a:r>
              <a:r>
                <a:rPr lang="en-US" sz="1400" dirty="0"/>
                <a:t>, “Juli</a:t>
              </a:r>
              <a:r>
                <a:rPr lang="es-AR" sz="1400" dirty="0" err="1"/>
                <a:t>án</a:t>
              </a:r>
              <a:r>
                <a:rPr lang="es-AR" sz="1400" dirty="0"/>
                <a:t> ”, “Ángel ”, “</a:t>
              </a:r>
              <a:r>
                <a:rPr lang="es-AR" sz="1400" dirty="0" err="1"/>
                <a:t>Dibu</a:t>
              </a:r>
              <a:r>
                <a:rPr lang="es-AR" sz="1400" dirty="0"/>
                <a:t> “</a:t>
              </a:r>
              <a:r>
                <a:rPr lang="en-US" sz="1400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8CD47565-79B0-2457-B79E-22976570CC87}"/>
                </a:ext>
              </a:extLst>
            </p:cNvPr>
            <p:cNvSpPr txBox="1"/>
            <p:nvPr/>
          </p:nvSpPr>
          <p:spPr>
            <a:xfrm>
              <a:off x="7687212" y="875053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4AE7A53-B1E0-4563-9349-021659839603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BB2F5FF-F9E4-6F50-01E1-9D59F374D97D}"/>
              </a:ext>
            </a:extLst>
          </p:cNvPr>
          <p:cNvSpPr txBox="1"/>
          <p:nvPr/>
        </p:nvSpPr>
        <p:spPr>
          <a:xfrm>
            <a:off x="10800715" y="3812203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3961BC6-C033-D500-B2D4-35182B5AEC5A}"/>
              </a:ext>
            </a:extLst>
          </p:cNvPr>
          <p:cNvGrpSpPr/>
          <p:nvPr/>
        </p:nvGrpSpPr>
        <p:grpSpPr>
          <a:xfrm>
            <a:off x="7041849" y="1532758"/>
            <a:ext cx="4078219" cy="835513"/>
            <a:chOff x="7711461" y="-528648"/>
            <a:chExt cx="3500463" cy="83551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BF9D2C2-E97F-BFF3-42B7-76CD45078678}"/>
                </a:ext>
              </a:extLst>
            </p:cNvPr>
            <p:cNvSpPr/>
            <p:nvPr/>
          </p:nvSpPr>
          <p:spPr>
            <a:xfrm>
              <a:off x="8087214" y="-432975"/>
              <a:ext cx="3075948" cy="739840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10A66E0-DD23-9607-DA70-45B4BF424C21}"/>
                </a:ext>
              </a:extLst>
            </p:cNvPr>
            <p:cNvSpPr txBox="1"/>
            <p:nvPr/>
          </p:nvSpPr>
          <p:spPr>
            <a:xfrm>
              <a:off x="8122386" y="-214621"/>
              <a:ext cx="30895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surnames = [“Messi”, “Juli</a:t>
              </a:r>
              <a:r>
                <a:rPr lang="es-AR" sz="1400" dirty="0" err="1"/>
                <a:t>án</a:t>
              </a:r>
              <a:r>
                <a:rPr lang="es-AR" sz="1400" dirty="0"/>
                <a:t>”, “Ángel”, “</a:t>
              </a:r>
              <a:r>
                <a:rPr lang="es-AR" sz="1400" dirty="0" err="1"/>
                <a:t>Dibu</a:t>
              </a:r>
              <a:r>
                <a:rPr lang="es-AR" sz="1400" dirty="0"/>
                <a:t>”</a:t>
              </a:r>
              <a:r>
                <a:rPr lang="en-US" sz="1400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43E2AD1-9584-53E5-A629-AF377D70E7B3}"/>
                </a:ext>
              </a:extLst>
            </p:cNvPr>
            <p:cNvSpPr txBox="1"/>
            <p:nvPr/>
          </p:nvSpPr>
          <p:spPr>
            <a:xfrm>
              <a:off x="7711461" y="-528648"/>
              <a:ext cx="653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38E607E6-0C76-6F3A-7B42-BC8CF9661986}"/>
              </a:ext>
            </a:extLst>
          </p:cNvPr>
          <p:cNvSpPr/>
          <p:nvPr/>
        </p:nvSpPr>
        <p:spPr>
          <a:xfrm>
            <a:off x="150980" y="1179031"/>
            <a:ext cx="404454" cy="1170609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3C17B9E-9B9F-F39B-4C2D-6356E6F19C1A}"/>
              </a:ext>
            </a:extLst>
          </p:cNvPr>
          <p:cNvSpPr txBox="1">
            <a:spLocks/>
          </p:cNvSpPr>
          <p:nvPr/>
        </p:nvSpPr>
        <p:spPr>
          <a:xfrm>
            <a:off x="129860" y="-53975"/>
            <a:ext cx="6853430" cy="1174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</a:t>
            </a:r>
            <a:r>
              <a:rPr lang="es-AR" sz="2800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sz="2800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(a, b, c)</a:t>
            </a:r>
            <a:br>
              <a:rPr lang="es-AR" sz="3600" dirty="0"/>
            </a:b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800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sz="28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sz="2800" dirty="0"/>
              <a:t> </a:t>
            </a:r>
            <a:endParaRPr lang="en-US" sz="36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054C6D3-14D5-8B2E-A726-FDDAF5188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54" y="4955580"/>
            <a:ext cx="7488353" cy="1906544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AAFF3476-566A-EA25-E66C-20C0D4A8493C}"/>
              </a:ext>
            </a:extLst>
          </p:cNvPr>
          <p:cNvGrpSpPr/>
          <p:nvPr/>
        </p:nvGrpSpPr>
        <p:grpSpPr>
          <a:xfrm>
            <a:off x="7121568" y="2563490"/>
            <a:ext cx="4021409" cy="835513"/>
            <a:chOff x="7711461" y="-528648"/>
            <a:chExt cx="3451701" cy="835513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DB4925A-F673-F7C2-F61E-8F57A17E0760}"/>
                </a:ext>
              </a:extLst>
            </p:cNvPr>
            <p:cNvSpPr/>
            <p:nvPr/>
          </p:nvSpPr>
          <p:spPr>
            <a:xfrm>
              <a:off x="8087214" y="-432975"/>
              <a:ext cx="3075948" cy="739840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96FC952-E985-B081-4411-B09F65C8F42D}"/>
                </a:ext>
              </a:extLst>
            </p:cNvPr>
            <p:cNvSpPr txBox="1"/>
            <p:nvPr/>
          </p:nvSpPr>
          <p:spPr>
            <a:xfrm>
              <a:off x="8365444" y="-214621"/>
              <a:ext cx="25191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Is </a:t>
              </a:r>
              <a:r>
                <a:rPr lang="en-US" sz="1400" u="sng" dirty="0"/>
                <a:t>player</a:t>
              </a:r>
              <a:r>
                <a:rPr lang="en-US" sz="1400" dirty="0"/>
                <a:t> between </a:t>
              </a:r>
              <a:r>
                <a:rPr lang="en-US" sz="1400" b="1" dirty="0"/>
                <a:t>0</a:t>
              </a:r>
              <a:r>
                <a:rPr lang="en-US" sz="1400" dirty="0"/>
                <a:t> and </a:t>
              </a:r>
              <a:r>
                <a:rPr lang="en-US" sz="1400" b="1" dirty="0" err="1"/>
                <a:t>len</a:t>
              </a:r>
              <a:r>
                <a:rPr lang="en-US" sz="1400" b="1" dirty="0"/>
                <a:t>(names)</a:t>
              </a:r>
              <a:r>
                <a:rPr lang="en-US" sz="1400" dirty="0"/>
                <a:t>?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33BAEA9-6F07-753C-155B-AEF86ED411B2}"/>
                </a:ext>
              </a:extLst>
            </p:cNvPr>
            <p:cNvSpPr txBox="1"/>
            <p:nvPr/>
          </p:nvSpPr>
          <p:spPr>
            <a:xfrm>
              <a:off x="7711461" y="-528648"/>
              <a:ext cx="653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4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4098DF5-33B8-55AB-1832-9F1EA201FCB4}"/>
              </a:ext>
            </a:extLst>
          </p:cNvPr>
          <p:cNvGrpSpPr/>
          <p:nvPr/>
        </p:nvGrpSpPr>
        <p:grpSpPr>
          <a:xfrm>
            <a:off x="9238264" y="1298575"/>
            <a:ext cx="101190" cy="241491"/>
            <a:chOff x="9238264" y="1298575"/>
            <a:chExt cx="101190" cy="241491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D822A8C-DE09-0163-08E9-22EC34B16D70}"/>
                </a:ext>
              </a:extLst>
            </p:cNvPr>
            <p:cNvCxnSpPr/>
            <p:nvPr/>
          </p:nvCxnSpPr>
          <p:spPr>
            <a:xfrm>
              <a:off x="9290050" y="1298575"/>
              <a:ext cx="0" cy="241491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CDCA0E8-B925-454C-366D-F7F89B36F83A}"/>
                </a:ext>
              </a:extLst>
            </p:cNvPr>
            <p:cNvCxnSpPr/>
            <p:nvPr/>
          </p:nvCxnSpPr>
          <p:spPr>
            <a:xfrm flipH="1" flipV="1">
              <a:off x="9238264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F8F683C-9428-C394-F6F2-3D837B0E9676}"/>
                </a:ext>
              </a:extLst>
            </p:cNvPr>
            <p:cNvCxnSpPr/>
            <p:nvPr/>
          </p:nvCxnSpPr>
          <p:spPr>
            <a:xfrm flipV="1">
              <a:off x="9285288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9CB9A38-4EED-BF97-6010-6303332B2406}"/>
              </a:ext>
            </a:extLst>
          </p:cNvPr>
          <p:cNvGrpSpPr/>
          <p:nvPr/>
        </p:nvGrpSpPr>
        <p:grpSpPr>
          <a:xfrm>
            <a:off x="9203939" y="2417978"/>
            <a:ext cx="75792" cy="180878"/>
            <a:chOff x="9238264" y="1298575"/>
            <a:chExt cx="101190" cy="241491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42F2191B-C121-1459-E7EF-7741711B43E1}"/>
                </a:ext>
              </a:extLst>
            </p:cNvPr>
            <p:cNvCxnSpPr/>
            <p:nvPr/>
          </p:nvCxnSpPr>
          <p:spPr>
            <a:xfrm>
              <a:off x="9290050" y="1298575"/>
              <a:ext cx="0" cy="241491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156312E6-621F-9308-A419-DD8EEB78F966}"/>
                </a:ext>
              </a:extLst>
            </p:cNvPr>
            <p:cNvCxnSpPr/>
            <p:nvPr/>
          </p:nvCxnSpPr>
          <p:spPr>
            <a:xfrm flipH="1" flipV="1">
              <a:off x="9238264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A863CE9B-10FF-5DAB-C4F6-4B67E5CD6778}"/>
                </a:ext>
              </a:extLst>
            </p:cNvPr>
            <p:cNvCxnSpPr/>
            <p:nvPr/>
          </p:nvCxnSpPr>
          <p:spPr>
            <a:xfrm flipV="1">
              <a:off x="9285288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308CC9D6-AFD4-F541-06D2-A2492D794D41}"/>
              </a:ext>
            </a:extLst>
          </p:cNvPr>
          <p:cNvGrpSpPr/>
          <p:nvPr/>
        </p:nvGrpSpPr>
        <p:grpSpPr>
          <a:xfrm>
            <a:off x="754644" y="2429365"/>
            <a:ext cx="5583318" cy="963782"/>
            <a:chOff x="1657702" y="2363230"/>
            <a:chExt cx="5583318" cy="1058423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861F0D73-B44B-2BD2-E548-BA98AE8BFEF3}"/>
                </a:ext>
              </a:extLst>
            </p:cNvPr>
            <p:cNvSpPr txBox="1"/>
            <p:nvPr/>
          </p:nvSpPr>
          <p:spPr>
            <a:xfrm>
              <a:off x="1986182" y="2363230"/>
              <a:ext cx="674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6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DE679562-971A-FBE4-8881-B2F0B753AA42}"/>
                </a:ext>
              </a:extLst>
            </p:cNvPr>
            <p:cNvSpPr/>
            <p:nvPr/>
          </p:nvSpPr>
          <p:spPr>
            <a:xfrm>
              <a:off x="1657702" y="2659163"/>
              <a:ext cx="5583318" cy="762490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D7BFAE45-5DFE-06F5-EE9F-BA00516C5A5F}"/>
                </a:ext>
              </a:extLst>
            </p:cNvPr>
            <p:cNvSpPr txBox="1"/>
            <p:nvPr/>
          </p:nvSpPr>
          <p:spPr>
            <a:xfrm>
              <a:off x="2021073" y="2812775"/>
              <a:ext cx="506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full_name</a:t>
              </a:r>
              <a:r>
                <a:rPr lang="en-US" dirty="0"/>
                <a:t> = names[player] + “ “ + surnames[player]</a:t>
              </a:r>
            </a:p>
          </p:txBody>
        </p:sp>
      </p:grp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78EA95F-DEB2-5E04-EBFE-7A2102C4AB4A}"/>
              </a:ext>
            </a:extLst>
          </p:cNvPr>
          <p:cNvSpPr txBox="1"/>
          <p:nvPr/>
        </p:nvSpPr>
        <p:spPr>
          <a:xfrm>
            <a:off x="9437120" y="5506252"/>
            <a:ext cx="67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7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FD6E253-86E8-9EA0-30E9-6FD8F6F9B10B}"/>
              </a:ext>
            </a:extLst>
          </p:cNvPr>
          <p:cNvSpPr txBox="1"/>
          <p:nvPr/>
        </p:nvSpPr>
        <p:spPr>
          <a:xfrm>
            <a:off x="9451746" y="6062617"/>
            <a:ext cx="67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8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D758D61-0C18-5316-958C-BACF026FC99F}"/>
              </a:ext>
            </a:extLst>
          </p:cNvPr>
          <p:cNvGrpSpPr/>
          <p:nvPr/>
        </p:nvGrpSpPr>
        <p:grpSpPr>
          <a:xfrm rot="1017173">
            <a:off x="5832418" y="2972626"/>
            <a:ext cx="1506546" cy="1468286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038A6112-84CA-AEAF-CECD-22083B33C939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31B4AD4-B02D-BBAB-685A-0E0C37B7A3BB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5EBC8C0-633B-4451-45BD-91DBAD361D88}"/>
              </a:ext>
            </a:extLst>
          </p:cNvPr>
          <p:cNvSpPr txBox="1"/>
          <p:nvPr/>
        </p:nvSpPr>
        <p:spPr>
          <a:xfrm>
            <a:off x="9573874" y="6495449"/>
            <a:ext cx="177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133246C1-FBA9-0BB7-57A7-5F3D992AF239}"/>
              </a:ext>
            </a:extLst>
          </p:cNvPr>
          <p:cNvGrpSpPr/>
          <p:nvPr/>
        </p:nvGrpSpPr>
        <p:grpSpPr>
          <a:xfrm>
            <a:off x="9698331" y="5908852"/>
            <a:ext cx="75792" cy="180878"/>
            <a:chOff x="9238264" y="1298575"/>
            <a:chExt cx="101190" cy="241491"/>
          </a:xfrm>
        </p:grpSpPr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DE91E204-2D85-745D-4EF1-ADF05866D685}"/>
                </a:ext>
              </a:extLst>
            </p:cNvPr>
            <p:cNvCxnSpPr/>
            <p:nvPr/>
          </p:nvCxnSpPr>
          <p:spPr>
            <a:xfrm>
              <a:off x="9290050" y="1298575"/>
              <a:ext cx="0" cy="241491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4AE0AA25-7B61-247F-88CA-81C06C56C1D9}"/>
                </a:ext>
              </a:extLst>
            </p:cNvPr>
            <p:cNvCxnSpPr/>
            <p:nvPr/>
          </p:nvCxnSpPr>
          <p:spPr>
            <a:xfrm flipH="1" flipV="1">
              <a:off x="9238264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5C760A58-34E0-F735-7049-0342BCE838ED}"/>
                </a:ext>
              </a:extLst>
            </p:cNvPr>
            <p:cNvCxnSpPr/>
            <p:nvPr/>
          </p:nvCxnSpPr>
          <p:spPr>
            <a:xfrm flipV="1">
              <a:off x="9285288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D026FAC0-BF65-E185-C7F9-5169E6AD908F}"/>
              </a:ext>
            </a:extLst>
          </p:cNvPr>
          <p:cNvGrpSpPr/>
          <p:nvPr/>
        </p:nvGrpSpPr>
        <p:grpSpPr>
          <a:xfrm>
            <a:off x="9698331" y="6419329"/>
            <a:ext cx="75792" cy="180878"/>
            <a:chOff x="9238264" y="1298575"/>
            <a:chExt cx="101190" cy="241491"/>
          </a:xfrm>
        </p:grpSpPr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23F46DAB-1D20-E100-C796-3EA35E1FF072}"/>
                </a:ext>
              </a:extLst>
            </p:cNvPr>
            <p:cNvCxnSpPr/>
            <p:nvPr/>
          </p:nvCxnSpPr>
          <p:spPr>
            <a:xfrm>
              <a:off x="9290050" y="1298575"/>
              <a:ext cx="0" cy="241491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AF854FF0-44CE-E6B5-ED60-D8A00521009E}"/>
                </a:ext>
              </a:extLst>
            </p:cNvPr>
            <p:cNvCxnSpPr/>
            <p:nvPr/>
          </p:nvCxnSpPr>
          <p:spPr>
            <a:xfrm flipH="1" flipV="1">
              <a:off x="9238264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58A35B8F-70BF-A1CD-6DB8-8A459F48A136}"/>
                </a:ext>
              </a:extLst>
            </p:cNvPr>
            <p:cNvCxnSpPr/>
            <p:nvPr/>
          </p:nvCxnSpPr>
          <p:spPr>
            <a:xfrm flipV="1">
              <a:off x="9285288" y="1485900"/>
              <a:ext cx="54166" cy="54166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7084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CD28-CD76-17D8-ECAB-C5B8F7FC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5085AC2F-099C-CD40-3C64-435EA4C0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54" y="4955580"/>
            <a:ext cx="7488353" cy="19065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55AA62F-D8BA-9D36-58DB-105F861CB35F}"/>
              </a:ext>
            </a:extLst>
          </p:cNvPr>
          <p:cNvSpPr txBox="1"/>
          <p:nvPr/>
        </p:nvSpPr>
        <p:spPr>
          <a:xfrm>
            <a:off x="579549" y="618186"/>
            <a:ext cx="112174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800" dirty="0"/>
              <a:t> </a:t>
            </a:r>
            <a:r>
              <a:rPr lang="es-AR" sz="2800" dirty="0" err="1">
                <a:solidFill>
                  <a:srgbClr val="8A008A"/>
                </a:solidFill>
              </a:rPr>
              <a:t>len</a:t>
            </a:r>
            <a:r>
              <a:rPr lang="en-US" sz="2800" dirty="0">
                <a:solidFill>
                  <a:srgbClr val="8A008A"/>
                </a:solidFill>
              </a:rPr>
              <a:t>(</a:t>
            </a:r>
            <a:r>
              <a:rPr lang="en-US" sz="2800" dirty="0"/>
              <a:t>names</a:t>
            </a:r>
            <a:r>
              <a:rPr lang="en-US" sz="2800" dirty="0">
                <a:solidFill>
                  <a:srgbClr val="8A008A"/>
                </a:solidFill>
              </a:rPr>
              <a:t>)</a:t>
            </a:r>
            <a:r>
              <a:rPr lang="en-US" sz="2800" dirty="0"/>
              <a:t>        ==  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 err="1">
                <a:solidFill>
                  <a:srgbClr val="8A008A"/>
                </a:solidFill>
              </a:rPr>
              <a:t>len</a:t>
            </a:r>
            <a:r>
              <a:rPr lang="en-US" sz="2800" dirty="0">
                <a:solidFill>
                  <a:srgbClr val="8A008A"/>
                </a:solidFill>
              </a:rPr>
              <a:t>(</a:t>
            </a:r>
            <a:r>
              <a:rPr lang="en-US" sz="2800" dirty="0"/>
              <a:t>surnames</a:t>
            </a:r>
            <a:r>
              <a:rPr lang="en-US" sz="2800" dirty="0">
                <a:solidFill>
                  <a:srgbClr val="8A008A"/>
                </a:solidFill>
              </a:rPr>
              <a:t>)</a:t>
            </a:r>
            <a:r>
              <a:rPr lang="en-US" sz="2800" dirty="0"/>
              <a:t>   ==  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F5E722-46E7-FBD7-734D-F76DC435358C}"/>
              </a:ext>
            </a:extLst>
          </p:cNvPr>
          <p:cNvSpPr txBox="1"/>
          <p:nvPr/>
        </p:nvSpPr>
        <p:spPr>
          <a:xfrm>
            <a:off x="4108361" y="2382591"/>
            <a:ext cx="7237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would happen if</a:t>
            </a:r>
          </a:p>
          <a:p>
            <a:pPr algn="ctr"/>
            <a:endParaRPr lang="en-US" dirty="0"/>
          </a:p>
          <a:p>
            <a:r>
              <a:rPr lang="es-AR" sz="3200" dirty="0" err="1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len</a:t>
            </a:r>
            <a:r>
              <a:rPr lang="en-US" sz="3200" dirty="0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32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names</a:t>
            </a:r>
            <a:r>
              <a:rPr lang="en-US" sz="3200" dirty="0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32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!= </a:t>
            </a:r>
            <a:r>
              <a:rPr lang="en-US" sz="3200" dirty="0" err="1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len</a:t>
            </a:r>
            <a:r>
              <a:rPr lang="en-US" sz="3200" dirty="0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32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surnames</a:t>
            </a:r>
            <a:r>
              <a:rPr lang="en-US" sz="3200" dirty="0">
                <a:solidFill>
                  <a:srgbClr val="8A008A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36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51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528</Words>
  <Application>Microsoft Office PowerPoint</Application>
  <PresentationFormat>Panorámica</PresentationFormat>
  <Paragraphs>105</Paragraphs>
  <Slides>17</Slides>
  <Notes>0</Notes>
  <HiddenSlides>3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Cascadia Code SemiLight</vt:lpstr>
      <vt:lpstr>Cascadia Mono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97</cp:revision>
  <dcterms:created xsi:type="dcterms:W3CDTF">2026-04-13T02:37:44Z</dcterms:created>
  <dcterms:modified xsi:type="dcterms:W3CDTF">2026-05-11T18:31:07Z</dcterms:modified>
</cp:coreProperties>
</file>