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1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2" r:id="rId18"/>
    <p:sldId id="280" r:id="rId19"/>
    <p:sldId id="284" r:id="rId20"/>
    <p:sldId id="285" r:id="rId21"/>
    <p:sldId id="286" r:id="rId22"/>
    <p:sldId id="266" r:id="rId23"/>
    <p:sldId id="260" r:id="rId24"/>
    <p:sldId id="262" r:id="rId25"/>
    <p:sldId id="263" r:id="rId26"/>
    <p:sldId id="264" r:id="rId27"/>
    <p:sldId id="265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00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45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ED4431A4-02D7-4711-AA4D-4A459E0FA00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59ED276E-2AC9-4A26-A075-8F6EB902BDE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658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431A4-02D7-4711-AA4D-4A459E0FA00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D276E-2AC9-4A26-A075-8F6EB902BDE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496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431A4-02D7-4711-AA4D-4A459E0FA00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D276E-2AC9-4A26-A075-8F6EB902BDE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339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431A4-02D7-4711-AA4D-4A459E0FA00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D276E-2AC9-4A26-A075-8F6EB902BDE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896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431A4-02D7-4711-AA4D-4A459E0FA00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D276E-2AC9-4A26-A075-8F6EB902BDE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088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431A4-02D7-4711-AA4D-4A459E0FA00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D276E-2AC9-4A26-A075-8F6EB902BDE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764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431A4-02D7-4711-AA4D-4A459E0FA00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D276E-2AC9-4A26-A075-8F6EB902BDE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310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431A4-02D7-4711-AA4D-4A459E0FA00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D276E-2AC9-4A26-A075-8F6EB902BDE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131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431A4-02D7-4711-AA4D-4A459E0FA00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D276E-2AC9-4A26-A075-8F6EB902BDE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652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431A4-02D7-4711-AA4D-4A459E0FA00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D276E-2AC9-4A26-A075-8F6EB902BDE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888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431A4-02D7-4711-AA4D-4A459E0FA00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D276E-2AC9-4A26-A075-8F6EB902BDE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814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431A4-02D7-4711-AA4D-4A459E0FA00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D276E-2AC9-4A26-A075-8F6EB902BDEB}" type="slidenum">
              <a:rPr lang="en-US" smtClean="0"/>
              <a:t>‹Nº›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145326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431A4-02D7-4711-AA4D-4A459E0FA00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D276E-2AC9-4A26-A075-8F6EB902BDE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7553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431A4-02D7-4711-AA4D-4A459E0FA00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D276E-2AC9-4A26-A075-8F6EB902BDE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0434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431A4-02D7-4711-AA4D-4A459E0FA00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D276E-2AC9-4A26-A075-8F6EB902BDE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4174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431A4-02D7-4711-AA4D-4A459E0FA00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D276E-2AC9-4A26-A075-8F6EB902BDE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0963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431A4-02D7-4711-AA4D-4A459E0FA00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D276E-2AC9-4A26-A075-8F6EB902BDE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921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4431A4-02D7-4711-AA4D-4A459E0FA00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ED276E-2AC9-4A26-A075-8F6EB902BDE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037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A124D0-2253-467F-876B-443F42732C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AR" sz="8000" dirty="0"/>
              <a:t>Python</a:t>
            </a:r>
            <a:endParaRPr lang="en-US" sz="80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08A2E31-FF60-4572-966C-662AFE5738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AR" sz="2400" dirty="0">
                <a:ln w="2540">
                  <a:noFill/>
                </a:ln>
                <a:solidFill>
                  <a:schemeClr val="bg1"/>
                </a:solidFill>
                <a:effectLst>
                  <a:glow rad="228600">
                    <a:schemeClr val="tx1">
                      <a:alpha val="70000"/>
                    </a:schemeClr>
                  </a:glow>
                </a:effectLst>
              </a:rPr>
              <a:t>Flow control!</a:t>
            </a:r>
          </a:p>
          <a:p>
            <a:endParaRPr lang="es-AR" dirty="0">
              <a:ln w="3175">
                <a:solidFill>
                  <a:srgbClr val="E1F9FF"/>
                </a:solidFill>
              </a:ln>
              <a:solidFill>
                <a:srgbClr val="F5B9FF"/>
              </a:solidFill>
            </a:endParaRPr>
          </a:p>
          <a:p>
            <a:r>
              <a:rPr lang="es-AR" sz="1400" i="1" dirty="0" err="1">
                <a:solidFill>
                  <a:srgbClr val="89FF89"/>
                </a:solidFill>
              </a:rPr>
              <a:t>Woooo</a:t>
            </a:r>
            <a:r>
              <a:rPr lang="es-AR" sz="1400" i="1" dirty="0">
                <a:solidFill>
                  <a:srgbClr val="89FF89"/>
                </a:solidFill>
              </a:rPr>
              <a:t>… </a:t>
            </a:r>
            <a:r>
              <a:rPr lang="es-AR" sz="1400" i="1" dirty="0" err="1">
                <a:solidFill>
                  <a:srgbClr val="89FF89"/>
                </a:solidFill>
              </a:rPr>
              <a:t>fancy</a:t>
            </a:r>
            <a:r>
              <a:rPr lang="es-AR" sz="1400" i="1" dirty="0">
                <a:solidFill>
                  <a:srgbClr val="89FF89"/>
                </a:solidFill>
              </a:rPr>
              <a:t>! :D</a:t>
            </a:r>
            <a:endParaRPr lang="en-US" sz="1400" i="1" dirty="0">
              <a:solidFill>
                <a:srgbClr val="89FF89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331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C1456E-EDB2-4BBB-8615-5B992FC54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224897"/>
            <a:ext cx="9905998" cy="1478570"/>
          </a:xfrm>
        </p:spPr>
        <p:txBody>
          <a:bodyPr>
            <a:normAutofit fontScale="90000"/>
          </a:bodyPr>
          <a:lstStyle/>
          <a:p>
            <a:pPr algn="ctr"/>
            <a:r>
              <a:rPr lang="es-AR" sz="5400" dirty="0" err="1"/>
              <a:t>What</a:t>
            </a:r>
            <a:r>
              <a:rPr lang="es-AR" sz="5400" dirty="0"/>
              <a:t> </a:t>
            </a:r>
            <a:r>
              <a:rPr lang="es-AR" sz="5400" dirty="0" err="1"/>
              <a:t>is</a:t>
            </a:r>
            <a:r>
              <a:rPr lang="es-AR" sz="5400" dirty="0"/>
              <a:t> </a:t>
            </a:r>
            <a:r>
              <a:rPr lang="es-AR" sz="5400" dirty="0" err="1"/>
              <a:t>the</a:t>
            </a:r>
            <a:r>
              <a:rPr lang="es-AR" sz="5400" dirty="0"/>
              <a:t> </a:t>
            </a:r>
            <a:r>
              <a:rPr lang="es-AR" sz="5400" b="1" dirty="0">
                <a:solidFill>
                  <a:srgbClr val="7030A0"/>
                </a:solidFill>
              </a:rPr>
              <a:t>Flow</a:t>
            </a:r>
            <a:r>
              <a:rPr lang="es-AR" sz="5400" dirty="0"/>
              <a:t> </a:t>
            </a:r>
            <a:r>
              <a:rPr lang="es-AR" sz="5400" dirty="0" err="1"/>
              <a:t>of</a:t>
            </a:r>
            <a:r>
              <a:rPr lang="es-AR" sz="5400" dirty="0"/>
              <a:t> </a:t>
            </a:r>
            <a:r>
              <a:rPr lang="es-AR" sz="5400" dirty="0" err="1"/>
              <a:t>the</a:t>
            </a:r>
            <a:r>
              <a:rPr lang="es-AR" sz="5400" dirty="0"/>
              <a:t> </a:t>
            </a:r>
            <a:r>
              <a:rPr lang="es-AR" sz="5400" dirty="0" err="1"/>
              <a:t>code</a:t>
            </a:r>
            <a:r>
              <a:rPr lang="es-AR" sz="5400" dirty="0"/>
              <a:t>?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1070018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C1456E-EDB2-4BBB-8615-5B992FC54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224897"/>
            <a:ext cx="9905998" cy="1478570"/>
          </a:xfrm>
        </p:spPr>
        <p:txBody>
          <a:bodyPr>
            <a:normAutofit fontScale="90000"/>
          </a:bodyPr>
          <a:lstStyle/>
          <a:p>
            <a:pPr algn="ctr"/>
            <a:r>
              <a:rPr lang="es-AR" sz="5400" dirty="0" err="1"/>
              <a:t>What</a:t>
            </a:r>
            <a:r>
              <a:rPr lang="es-AR" sz="5400" dirty="0"/>
              <a:t> </a:t>
            </a:r>
            <a:r>
              <a:rPr lang="es-AR" sz="5400" dirty="0" err="1"/>
              <a:t>is</a:t>
            </a:r>
            <a:r>
              <a:rPr lang="es-AR" sz="5400" dirty="0"/>
              <a:t> </a:t>
            </a:r>
            <a:r>
              <a:rPr lang="es-AR" sz="5400" dirty="0" err="1"/>
              <a:t>the</a:t>
            </a:r>
            <a:r>
              <a:rPr lang="es-AR" sz="5400" dirty="0"/>
              <a:t> </a:t>
            </a:r>
            <a:r>
              <a:rPr lang="es-AR" sz="5400" b="1" dirty="0">
                <a:solidFill>
                  <a:srgbClr val="7030A0"/>
                </a:solidFill>
              </a:rPr>
              <a:t>Flow</a:t>
            </a:r>
            <a:r>
              <a:rPr lang="es-AR" sz="5400" dirty="0"/>
              <a:t> </a:t>
            </a:r>
            <a:r>
              <a:rPr lang="es-AR" sz="5400" dirty="0" err="1"/>
              <a:t>of</a:t>
            </a:r>
            <a:r>
              <a:rPr lang="es-AR" sz="5400" dirty="0"/>
              <a:t> </a:t>
            </a:r>
            <a:r>
              <a:rPr lang="es-AR" sz="5400" dirty="0" err="1"/>
              <a:t>the</a:t>
            </a:r>
            <a:r>
              <a:rPr lang="es-AR" sz="5400" dirty="0"/>
              <a:t> </a:t>
            </a:r>
            <a:r>
              <a:rPr lang="es-AR" sz="5400" dirty="0" err="1"/>
              <a:t>code</a:t>
            </a:r>
            <a:r>
              <a:rPr lang="es-AR" sz="5400" dirty="0"/>
              <a:t>?</a:t>
            </a:r>
            <a:endParaRPr lang="en-US" sz="54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8637DD2-0E74-485D-838D-0DC5FE6EF1CF}"/>
              </a:ext>
            </a:extLst>
          </p:cNvPr>
          <p:cNvSpPr txBox="1"/>
          <p:nvPr/>
        </p:nvSpPr>
        <p:spPr>
          <a:xfrm>
            <a:off x="1569308" y="3429000"/>
            <a:ext cx="9020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err="1">
                <a:solidFill>
                  <a:schemeClr val="bg1"/>
                </a:solidFill>
              </a:rPr>
              <a:t>It’s</a:t>
            </a:r>
            <a:r>
              <a:rPr lang="es-AR" dirty="0">
                <a:solidFill>
                  <a:schemeClr val="bg1"/>
                </a:solidFill>
              </a:rPr>
              <a:t> </a:t>
            </a:r>
            <a:r>
              <a:rPr lang="es-AR" dirty="0" err="1">
                <a:solidFill>
                  <a:schemeClr val="bg1"/>
                </a:solidFill>
              </a:rPr>
              <a:t>the</a:t>
            </a:r>
            <a:r>
              <a:rPr lang="es-AR" dirty="0">
                <a:solidFill>
                  <a:schemeClr val="bg1"/>
                </a:solidFill>
              </a:rPr>
              <a:t> </a:t>
            </a:r>
            <a:r>
              <a:rPr lang="es-AR" dirty="0" err="1">
                <a:solidFill>
                  <a:schemeClr val="bg1"/>
                </a:solidFill>
              </a:rPr>
              <a:t>order</a:t>
            </a:r>
            <a:r>
              <a:rPr lang="es-AR" dirty="0">
                <a:solidFill>
                  <a:schemeClr val="bg1"/>
                </a:solidFill>
              </a:rPr>
              <a:t> in </a:t>
            </a:r>
            <a:r>
              <a:rPr lang="es-AR" dirty="0" err="1">
                <a:solidFill>
                  <a:schemeClr val="bg1"/>
                </a:solidFill>
              </a:rPr>
              <a:t>which</a:t>
            </a:r>
            <a:r>
              <a:rPr lang="es-AR" dirty="0">
                <a:solidFill>
                  <a:schemeClr val="bg1"/>
                </a:solidFill>
              </a:rPr>
              <a:t> </a:t>
            </a:r>
            <a:r>
              <a:rPr lang="es-AR" dirty="0" err="1">
                <a:solidFill>
                  <a:schemeClr val="bg1"/>
                </a:solidFill>
              </a:rPr>
              <a:t>our</a:t>
            </a:r>
            <a:r>
              <a:rPr lang="es-AR" dirty="0">
                <a:solidFill>
                  <a:schemeClr val="bg1"/>
                </a:solidFill>
              </a:rPr>
              <a:t> </a:t>
            </a:r>
            <a:r>
              <a:rPr lang="es-AR" dirty="0" err="1">
                <a:solidFill>
                  <a:schemeClr val="bg1"/>
                </a:solidFill>
              </a:rPr>
              <a:t>code</a:t>
            </a:r>
            <a:r>
              <a:rPr lang="es-AR" dirty="0">
                <a:solidFill>
                  <a:schemeClr val="bg1"/>
                </a:solidFill>
              </a:rPr>
              <a:t> </a:t>
            </a:r>
            <a:r>
              <a:rPr lang="es-AR" dirty="0" err="1">
                <a:solidFill>
                  <a:schemeClr val="bg1"/>
                </a:solidFill>
              </a:rPr>
              <a:t>gets</a:t>
            </a:r>
            <a:r>
              <a:rPr lang="es-AR" dirty="0">
                <a:solidFill>
                  <a:schemeClr val="bg1"/>
                </a:solidFill>
              </a:rPr>
              <a:t> </a:t>
            </a:r>
            <a:r>
              <a:rPr lang="es-AR" dirty="0" err="1">
                <a:solidFill>
                  <a:schemeClr val="bg1"/>
                </a:solidFill>
              </a:rPr>
              <a:t>executed</a:t>
            </a:r>
            <a:r>
              <a:rPr lang="es-AR" dirty="0">
                <a:solidFill>
                  <a:schemeClr val="bg1"/>
                </a:solidFill>
              </a:rPr>
              <a:t>!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4836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C1456E-EDB2-4BBB-8615-5B992FC54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1478570"/>
          </a:xfrm>
        </p:spPr>
        <p:txBody>
          <a:bodyPr>
            <a:normAutofit fontScale="90000"/>
          </a:bodyPr>
          <a:lstStyle/>
          <a:p>
            <a:pPr algn="ctr"/>
            <a:r>
              <a:rPr lang="es-AR" sz="5400" dirty="0" err="1"/>
              <a:t>What</a:t>
            </a:r>
            <a:r>
              <a:rPr lang="es-AR" sz="5400" dirty="0"/>
              <a:t> </a:t>
            </a:r>
            <a:r>
              <a:rPr lang="es-AR" sz="5400" dirty="0" err="1"/>
              <a:t>is</a:t>
            </a:r>
            <a:r>
              <a:rPr lang="es-AR" sz="5400" dirty="0"/>
              <a:t> </a:t>
            </a:r>
            <a:r>
              <a:rPr lang="es-AR" sz="5400" dirty="0" err="1"/>
              <a:t>the</a:t>
            </a:r>
            <a:r>
              <a:rPr lang="es-AR" sz="5400" dirty="0"/>
              <a:t> </a:t>
            </a:r>
            <a:r>
              <a:rPr lang="es-AR" sz="5400" b="1" dirty="0">
                <a:solidFill>
                  <a:srgbClr val="7030A0"/>
                </a:solidFill>
              </a:rPr>
              <a:t>Flow</a:t>
            </a:r>
            <a:r>
              <a:rPr lang="es-AR" sz="5400" dirty="0"/>
              <a:t> </a:t>
            </a:r>
            <a:r>
              <a:rPr lang="es-AR" sz="5400" dirty="0" err="1"/>
              <a:t>of</a:t>
            </a:r>
            <a:r>
              <a:rPr lang="es-AR" sz="5400" dirty="0"/>
              <a:t> </a:t>
            </a:r>
            <a:r>
              <a:rPr lang="es-AR" sz="5400" dirty="0" err="1"/>
              <a:t>the</a:t>
            </a:r>
            <a:r>
              <a:rPr lang="es-AR" sz="5400" dirty="0"/>
              <a:t> </a:t>
            </a:r>
            <a:r>
              <a:rPr lang="es-AR" sz="5400" dirty="0" err="1"/>
              <a:t>code</a:t>
            </a:r>
            <a:r>
              <a:rPr lang="es-AR" sz="5400" dirty="0"/>
              <a:t>?</a:t>
            </a:r>
            <a:endParaRPr lang="en-US" sz="54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8637DD2-0E74-485D-838D-0DC5FE6EF1CF}"/>
              </a:ext>
            </a:extLst>
          </p:cNvPr>
          <p:cNvSpPr txBox="1"/>
          <p:nvPr/>
        </p:nvSpPr>
        <p:spPr>
          <a:xfrm>
            <a:off x="1495168" y="1247737"/>
            <a:ext cx="9020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err="1">
                <a:solidFill>
                  <a:schemeClr val="bg1"/>
                </a:solidFill>
              </a:rPr>
              <a:t>Think</a:t>
            </a:r>
            <a:r>
              <a:rPr lang="es-AR" sz="2400" dirty="0">
                <a:solidFill>
                  <a:schemeClr val="bg1"/>
                </a:solidFill>
              </a:rPr>
              <a:t> </a:t>
            </a:r>
            <a:r>
              <a:rPr lang="es-AR" sz="2400" dirty="0" err="1">
                <a:solidFill>
                  <a:schemeClr val="bg1"/>
                </a:solidFill>
              </a:rPr>
              <a:t>of</a:t>
            </a:r>
            <a:r>
              <a:rPr lang="es-AR" sz="2400" dirty="0">
                <a:solidFill>
                  <a:schemeClr val="bg1"/>
                </a:solidFill>
              </a:rPr>
              <a:t> a </a:t>
            </a:r>
            <a:r>
              <a:rPr lang="es-AR" sz="2400" dirty="0" err="1">
                <a:solidFill>
                  <a:schemeClr val="bg1"/>
                </a:solidFill>
              </a:rPr>
              <a:t>player</a:t>
            </a:r>
            <a:r>
              <a:rPr lang="es-AR" sz="2400" dirty="0">
                <a:solidFill>
                  <a:schemeClr val="bg1"/>
                </a:solidFill>
              </a:rPr>
              <a:t> </a:t>
            </a:r>
            <a:r>
              <a:rPr lang="es-AR" sz="2400" dirty="0" err="1">
                <a:solidFill>
                  <a:schemeClr val="bg1"/>
                </a:solidFill>
              </a:rPr>
              <a:t>going</a:t>
            </a:r>
            <a:r>
              <a:rPr lang="es-AR" sz="2400" dirty="0">
                <a:solidFill>
                  <a:schemeClr val="bg1"/>
                </a:solidFill>
              </a:rPr>
              <a:t> </a:t>
            </a:r>
            <a:r>
              <a:rPr lang="es-AR" sz="2400" dirty="0" err="1">
                <a:solidFill>
                  <a:schemeClr val="bg1"/>
                </a:solidFill>
              </a:rPr>
              <a:t>through</a:t>
            </a:r>
            <a:r>
              <a:rPr lang="es-AR" sz="2400" dirty="0">
                <a:solidFill>
                  <a:schemeClr val="bg1"/>
                </a:solidFill>
              </a:rPr>
              <a:t> a </a:t>
            </a:r>
            <a:r>
              <a:rPr lang="es-AR" sz="2400" dirty="0" err="1">
                <a:solidFill>
                  <a:schemeClr val="bg1"/>
                </a:solidFill>
              </a:rPr>
              <a:t>board</a:t>
            </a:r>
            <a:r>
              <a:rPr lang="es-AR" sz="2400" dirty="0">
                <a:solidFill>
                  <a:schemeClr val="bg1"/>
                </a:solidFill>
              </a:rPr>
              <a:t> in a </a:t>
            </a:r>
            <a:r>
              <a:rPr lang="es-AR" sz="2400" dirty="0" err="1">
                <a:solidFill>
                  <a:schemeClr val="bg1"/>
                </a:solidFill>
              </a:rPr>
              <a:t>board</a:t>
            </a:r>
            <a:r>
              <a:rPr lang="es-AR" sz="2400" dirty="0">
                <a:solidFill>
                  <a:schemeClr val="bg1"/>
                </a:solidFill>
              </a:rPr>
              <a:t> </a:t>
            </a:r>
            <a:r>
              <a:rPr lang="es-AR" sz="2400" dirty="0" err="1">
                <a:solidFill>
                  <a:schemeClr val="bg1"/>
                </a:solidFill>
              </a:rPr>
              <a:t>game</a:t>
            </a:r>
            <a:r>
              <a:rPr lang="es-AR" sz="2400" dirty="0">
                <a:solidFill>
                  <a:schemeClr val="bg1"/>
                </a:solidFill>
              </a:rPr>
              <a:t>…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7381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C1456E-EDB2-4BBB-8615-5B992FC54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1478570"/>
          </a:xfrm>
        </p:spPr>
        <p:txBody>
          <a:bodyPr>
            <a:normAutofit fontScale="90000"/>
          </a:bodyPr>
          <a:lstStyle/>
          <a:p>
            <a:pPr algn="ctr"/>
            <a:r>
              <a:rPr lang="es-AR" sz="5400" dirty="0" err="1"/>
              <a:t>What</a:t>
            </a:r>
            <a:r>
              <a:rPr lang="es-AR" sz="5400" dirty="0"/>
              <a:t> </a:t>
            </a:r>
            <a:r>
              <a:rPr lang="es-AR" sz="5400" dirty="0" err="1"/>
              <a:t>is</a:t>
            </a:r>
            <a:r>
              <a:rPr lang="es-AR" sz="5400" dirty="0"/>
              <a:t> </a:t>
            </a:r>
            <a:r>
              <a:rPr lang="es-AR" sz="5400" dirty="0" err="1"/>
              <a:t>the</a:t>
            </a:r>
            <a:r>
              <a:rPr lang="es-AR" sz="5400" dirty="0"/>
              <a:t> </a:t>
            </a:r>
            <a:r>
              <a:rPr lang="es-AR" sz="5400" b="1" dirty="0">
                <a:solidFill>
                  <a:srgbClr val="7030A0"/>
                </a:solidFill>
              </a:rPr>
              <a:t>Flow</a:t>
            </a:r>
            <a:r>
              <a:rPr lang="es-AR" sz="5400" dirty="0"/>
              <a:t> </a:t>
            </a:r>
            <a:r>
              <a:rPr lang="es-AR" sz="5400" dirty="0" err="1"/>
              <a:t>of</a:t>
            </a:r>
            <a:r>
              <a:rPr lang="es-AR" sz="5400" dirty="0"/>
              <a:t> </a:t>
            </a:r>
            <a:r>
              <a:rPr lang="es-AR" sz="5400" dirty="0" err="1"/>
              <a:t>the</a:t>
            </a:r>
            <a:r>
              <a:rPr lang="es-AR" sz="5400" dirty="0"/>
              <a:t> </a:t>
            </a:r>
            <a:r>
              <a:rPr lang="es-AR" sz="5400" dirty="0" err="1"/>
              <a:t>code</a:t>
            </a:r>
            <a:r>
              <a:rPr lang="es-AR" sz="5400" dirty="0"/>
              <a:t>?</a:t>
            </a:r>
            <a:endParaRPr lang="en-US" sz="54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8637DD2-0E74-485D-838D-0DC5FE6EF1CF}"/>
              </a:ext>
            </a:extLst>
          </p:cNvPr>
          <p:cNvSpPr txBox="1"/>
          <p:nvPr/>
        </p:nvSpPr>
        <p:spPr>
          <a:xfrm>
            <a:off x="1495168" y="1247737"/>
            <a:ext cx="9020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err="1">
                <a:solidFill>
                  <a:schemeClr val="bg1"/>
                </a:solidFill>
              </a:rPr>
              <a:t>Think</a:t>
            </a:r>
            <a:r>
              <a:rPr lang="es-AR" sz="2400" dirty="0">
                <a:solidFill>
                  <a:schemeClr val="bg1"/>
                </a:solidFill>
              </a:rPr>
              <a:t> </a:t>
            </a:r>
            <a:r>
              <a:rPr lang="es-AR" sz="2400" dirty="0" err="1">
                <a:solidFill>
                  <a:schemeClr val="bg1"/>
                </a:solidFill>
              </a:rPr>
              <a:t>of</a:t>
            </a:r>
            <a:r>
              <a:rPr lang="es-AR" sz="2400" dirty="0">
                <a:solidFill>
                  <a:schemeClr val="bg1"/>
                </a:solidFill>
              </a:rPr>
              <a:t> a </a:t>
            </a:r>
            <a:r>
              <a:rPr lang="es-AR" sz="2400" dirty="0" err="1">
                <a:solidFill>
                  <a:schemeClr val="bg1"/>
                </a:solidFill>
              </a:rPr>
              <a:t>player</a:t>
            </a:r>
            <a:r>
              <a:rPr lang="es-AR" sz="2400" dirty="0">
                <a:solidFill>
                  <a:schemeClr val="bg1"/>
                </a:solidFill>
              </a:rPr>
              <a:t> </a:t>
            </a:r>
            <a:r>
              <a:rPr lang="es-AR" sz="2400" dirty="0" err="1">
                <a:solidFill>
                  <a:schemeClr val="bg1"/>
                </a:solidFill>
              </a:rPr>
              <a:t>going</a:t>
            </a:r>
            <a:r>
              <a:rPr lang="es-AR" sz="2400" dirty="0">
                <a:solidFill>
                  <a:schemeClr val="bg1"/>
                </a:solidFill>
              </a:rPr>
              <a:t> </a:t>
            </a:r>
            <a:r>
              <a:rPr lang="es-AR" sz="2400" dirty="0" err="1">
                <a:solidFill>
                  <a:schemeClr val="bg1"/>
                </a:solidFill>
              </a:rPr>
              <a:t>through</a:t>
            </a:r>
            <a:r>
              <a:rPr lang="es-AR" sz="2400" dirty="0">
                <a:solidFill>
                  <a:schemeClr val="bg1"/>
                </a:solidFill>
              </a:rPr>
              <a:t> a </a:t>
            </a:r>
            <a:r>
              <a:rPr lang="es-AR" sz="2400" dirty="0" err="1">
                <a:solidFill>
                  <a:schemeClr val="bg1"/>
                </a:solidFill>
              </a:rPr>
              <a:t>board</a:t>
            </a:r>
            <a:r>
              <a:rPr lang="es-AR" sz="2400" dirty="0">
                <a:solidFill>
                  <a:schemeClr val="bg1"/>
                </a:solidFill>
              </a:rPr>
              <a:t> in a </a:t>
            </a:r>
            <a:r>
              <a:rPr lang="es-AR" sz="2400" dirty="0" err="1">
                <a:solidFill>
                  <a:schemeClr val="bg1"/>
                </a:solidFill>
              </a:rPr>
              <a:t>board</a:t>
            </a:r>
            <a:r>
              <a:rPr lang="es-AR" sz="2400" dirty="0">
                <a:solidFill>
                  <a:schemeClr val="bg1"/>
                </a:solidFill>
              </a:rPr>
              <a:t> </a:t>
            </a:r>
            <a:r>
              <a:rPr lang="es-AR" sz="2400" dirty="0" err="1">
                <a:solidFill>
                  <a:schemeClr val="bg1"/>
                </a:solidFill>
              </a:rPr>
              <a:t>game</a:t>
            </a:r>
            <a:r>
              <a:rPr lang="es-AR" sz="2400" dirty="0">
                <a:solidFill>
                  <a:schemeClr val="bg1"/>
                </a:solidFill>
              </a:rPr>
              <a:t>…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4" name="Hexágono 3">
            <a:extLst>
              <a:ext uri="{FF2B5EF4-FFF2-40B4-BE49-F238E27FC236}">
                <a16:creationId xmlns:a16="http://schemas.microsoft.com/office/drawing/2014/main" id="{F5BBCA7F-A4D1-4720-87CD-A89F0FF60E21}"/>
              </a:ext>
            </a:extLst>
          </p:cNvPr>
          <p:cNvSpPr/>
          <p:nvPr/>
        </p:nvSpPr>
        <p:spPr>
          <a:xfrm>
            <a:off x="1766769" y="4318687"/>
            <a:ext cx="852863" cy="735227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Hexágono 4">
            <a:extLst>
              <a:ext uri="{FF2B5EF4-FFF2-40B4-BE49-F238E27FC236}">
                <a16:creationId xmlns:a16="http://schemas.microsoft.com/office/drawing/2014/main" id="{C94D2EAF-70F7-475F-BAF9-FD3E24C3916A}"/>
              </a:ext>
            </a:extLst>
          </p:cNvPr>
          <p:cNvSpPr/>
          <p:nvPr/>
        </p:nvSpPr>
        <p:spPr>
          <a:xfrm>
            <a:off x="2734715" y="4318686"/>
            <a:ext cx="852863" cy="735227"/>
          </a:xfrm>
          <a:prstGeom prst="hexagon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Hexágono 5">
            <a:extLst>
              <a:ext uri="{FF2B5EF4-FFF2-40B4-BE49-F238E27FC236}">
                <a16:creationId xmlns:a16="http://schemas.microsoft.com/office/drawing/2014/main" id="{F91DE00E-B3D7-48FC-A1D0-20C63FE8A22C}"/>
              </a:ext>
            </a:extLst>
          </p:cNvPr>
          <p:cNvSpPr/>
          <p:nvPr/>
        </p:nvSpPr>
        <p:spPr>
          <a:xfrm>
            <a:off x="3702661" y="4318685"/>
            <a:ext cx="852863" cy="735227"/>
          </a:xfrm>
          <a:prstGeom prst="hexagon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Hexágono 6">
            <a:extLst>
              <a:ext uri="{FF2B5EF4-FFF2-40B4-BE49-F238E27FC236}">
                <a16:creationId xmlns:a16="http://schemas.microsoft.com/office/drawing/2014/main" id="{1D497EE7-66C8-4E2C-9359-9D9D41B555CF}"/>
              </a:ext>
            </a:extLst>
          </p:cNvPr>
          <p:cNvSpPr/>
          <p:nvPr/>
        </p:nvSpPr>
        <p:spPr>
          <a:xfrm rot="20738650">
            <a:off x="4759165" y="4174523"/>
            <a:ext cx="852863" cy="735227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Hexágono 7">
            <a:extLst>
              <a:ext uri="{FF2B5EF4-FFF2-40B4-BE49-F238E27FC236}">
                <a16:creationId xmlns:a16="http://schemas.microsoft.com/office/drawing/2014/main" id="{7CE1D536-A4A9-4306-B637-CED6C1573774}"/>
              </a:ext>
            </a:extLst>
          </p:cNvPr>
          <p:cNvSpPr/>
          <p:nvPr/>
        </p:nvSpPr>
        <p:spPr>
          <a:xfrm rot="20283693">
            <a:off x="5706336" y="3764688"/>
            <a:ext cx="852863" cy="735227"/>
          </a:xfrm>
          <a:prstGeom prst="hexagon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Hexágono 8">
            <a:extLst>
              <a:ext uri="{FF2B5EF4-FFF2-40B4-BE49-F238E27FC236}">
                <a16:creationId xmlns:a16="http://schemas.microsoft.com/office/drawing/2014/main" id="{97EC5F74-9571-4BD9-A76A-6882D0A1ED1F}"/>
              </a:ext>
            </a:extLst>
          </p:cNvPr>
          <p:cNvSpPr/>
          <p:nvPr/>
        </p:nvSpPr>
        <p:spPr>
          <a:xfrm rot="20939590">
            <a:off x="6665664" y="3401157"/>
            <a:ext cx="852863" cy="735227"/>
          </a:xfrm>
          <a:prstGeom prst="hexagon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D2E86CE4-7388-45FF-9510-0870DDA1F09F}"/>
              </a:ext>
            </a:extLst>
          </p:cNvPr>
          <p:cNvGrpSpPr/>
          <p:nvPr/>
        </p:nvGrpSpPr>
        <p:grpSpPr>
          <a:xfrm rot="2194690">
            <a:off x="7693253" y="3597875"/>
            <a:ext cx="3112089" cy="1219115"/>
            <a:chOff x="8092301" y="3793132"/>
            <a:chExt cx="3112089" cy="1219115"/>
          </a:xfrm>
        </p:grpSpPr>
        <p:sp>
          <p:nvSpPr>
            <p:cNvPr id="10" name="Hexágono 9">
              <a:extLst>
                <a:ext uri="{FF2B5EF4-FFF2-40B4-BE49-F238E27FC236}">
                  <a16:creationId xmlns:a16="http://schemas.microsoft.com/office/drawing/2014/main" id="{0815E9CD-0450-4527-875B-EAA99E6EDB3C}"/>
                </a:ext>
              </a:extLst>
            </p:cNvPr>
            <p:cNvSpPr/>
            <p:nvPr/>
          </p:nvSpPr>
          <p:spPr>
            <a:xfrm rot="20738650">
              <a:off x="8092301" y="4277020"/>
              <a:ext cx="852863" cy="735227"/>
            </a:xfrm>
            <a:prstGeom prst="hexag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Hexágono 10">
              <a:extLst>
                <a:ext uri="{FF2B5EF4-FFF2-40B4-BE49-F238E27FC236}">
                  <a16:creationId xmlns:a16="http://schemas.microsoft.com/office/drawing/2014/main" id="{D4FD3D0E-D634-4FAE-8973-6CB386DA50E9}"/>
                </a:ext>
              </a:extLst>
            </p:cNvPr>
            <p:cNvSpPr/>
            <p:nvPr/>
          </p:nvSpPr>
          <p:spPr>
            <a:xfrm rot="21044560">
              <a:off x="9168668" y="3983495"/>
              <a:ext cx="852863" cy="735227"/>
            </a:xfrm>
            <a:prstGeom prst="hexagon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Hexágono 11">
              <a:extLst>
                <a:ext uri="{FF2B5EF4-FFF2-40B4-BE49-F238E27FC236}">
                  <a16:creationId xmlns:a16="http://schemas.microsoft.com/office/drawing/2014/main" id="{C45252B7-2761-4918-8A84-2A1DBAF5E02A}"/>
                </a:ext>
              </a:extLst>
            </p:cNvPr>
            <p:cNvSpPr/>
            <p:nvPr/>
          </p:nvSpPr>
          <p:spPr>
            <a:xfrm rot="20447204">
              <a:off x="10351527" y="3793132"/>
              <a:ext cx="852863" cy="735227"/>
            </a:xfrm>
            <a:prstGeom prst="hexagon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B5D03227-38CC-498A-AF1E-264D4EB44210}"/>
              </a:ext>
            </a:extLst>
          </p:cNvPr>
          <p:cNvGrpSpPr/>
          <p:nvPr/>
        </p:nvGrpSpPr>
        <p:grpSpPr>
          <a:xfrm>
            <a:off x="1554768" y="2989649"/>
            <a:ext cx="1332058" cy="1642965"/>
            <a:chOff x="2255520" y="2150004"/>
            <a:chExt cx="1332058" cy="1642965"/>
          </a:xfrm>
        </p:grpSpPr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FC191E44-21E8-47A4-90E7-78D80407FD45}"/>
                </a:ext>
              </a:extLst>
            </p:cNvPr>
            <p:cNvSpPr/>
            <p:nvPr/>
          </p:nvSpPr>
          <p:spPr>
            <a:xfrm>
              <a:off x="2622080" y="2522420"/>
              <a:ext cx="518332" cy="74483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aseline="-25000" dirty="0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C16E3172-DA02-4585-912A-80DC2026DE72}"/>
                </a:ext>
              </a:extLst>
            </p:cNvPr>
            <p:cNvSpPr/>
            <p:nvPr/>
          </p:nvSpPr>
          <p:spPr>
            <a:xfrm>
              <a:off x="2734715" y="2150871"/>
              <a:ext cx="321275" cy="46166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aseline="-25000" dirty="0"/>
            </a:p>
          </p:txBody>
        </p: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FB78C8CF-4966-4F35-A01A-24E4E58C40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59040" y="2552380"/>
              <a:ext cx="628538" cy="290435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C72E3668-6251-417C-9FCD-71E74CF3F6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55520" y="2612536"/>
              <a:ext cx="479195" cy="28230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91965718-0C17-4F92-9203-2EF8AC1287EA}"/>
                </a:ext>
              </a:extLst>
            </p:cNvPr>
            <p:cNvCxnSpPr>
              <a:cxnSpLocks/>
            </p:cNvCxnSpPr>
            <p:nvPr/>
          </p:nvCxnSpPr>
          <p:spPr>
            <a:xfrm>
              <a:off x="2959040" y="3065275"/>
              <a:ext cx="134904" cy="727694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22772642-A937-445B-ACDD-B73B351D4C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58515" y="3116395"/>
              <a:ext cx="152400" cy="676574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Cara sonriente 27">
              <a:extLst>
                <a:ext uri="{FF2B5EF4-FFF2-40B4-BE49-F238E27FC236}">
                  <a16:creationId xmlns:a16="http://schemas.microsoft.com/office/drawing/2014/main" id="{319D7EC4-F663-4951-A850-B49B3D731287}"/>
                </a:ext>
              </a:extLst>
            </p:cNvPr>
            <p:cNvSpPr/>
            <p:nvPr/>
          </p:nvSpPr>
          <p:spPr>
            <a:xfrm>
              <a:off x="2734715" y="2150004"/>
              <a:ext cx="321275" cy="461665"/>
            </a:xfrm>
            <a:prstGeom prst="smileyFace">
              <a:avLst>
                <a:gd name="adj" fmla="val 465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22302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C1456E-EDB2-4BBB-8615-5B992FC54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1478570"/>
          </a:xfrm>
        </p:spPr>
        <p:txBody>
          <a:bodyPr>
            <a:normAutofit fontScale="90000"/>
          </a:bodyPr>
          <a:lstStyle/>
          <a:p>
            <a:pPr algn="ctr"/>
            <a:r>
              <a:rPr lang="es-AR" sz="5400" dirty="0" err="1"/>
              <a:t>What</a:t>
            </a:r>
            <a:r>
              <a:rPr lang="es-AR" sz="5400" dirty="0"/>
              <a:t> </a:t>
            </a:r>
            <a:r>
              <a:rPr lang="es-AR" sz="5400" dirty="0" err="1"/>
              <a:t>is</a:t>
            </a:r>
            <a:r>
              <a:rPr lang="es-AR" sz="5400" dirty="0"/>
              <a:t> </a:t>
            </a:r>
            <a:r>
              <a:rPr lang="es-AR" sz="5400" dirty="0" err="1"/>
              <a:t>the</a:t>
            </a:r>
            <a:r>
              <a:rPr lang="es-AR" sz="5400" dirty="0"/>
              <a:t> </a:t>
            </a:r>
            <a:r>
              <a:rPr lang="es-AR" sz="5400" b="1" dirty="0">
                <a:solidFill>
                  <a:srgbClr val="7030A0"/>
                </a:solidFill>
              </a:rPr>
              <a:t>Flow</a:t>
            </a:r>
            <a:r>
              <a:rPr lang="es-AR" sz="5400" dirty="0"/>
              <a:t> </a:t>
            </a:r>
            <a:r>
              <a:rPr lang="es-AR" sz="5400" dirty="0" err="1"/>
              <a:t>of</a:t>
            </a:r>
            <a:r>
              <a:rPr lang="es-AR" sz="5400" dirty="0"/>
              <a:t> </a:t>
            </a:r>
            <a:r>
              <a:rPr lang="es-AR" sz="5400" dirty="0" err="1"/>
              <a:t>the</a:t>
            </a:r>
            <a:r>
              <a:rPr lang="es-AR" sz="5400" dirty="0"/>
              <a:t> </a:t>
            </a:r>
            <a:r>
              <a:rPr lang="es-AR" sz="5400" dirty="0" err="1"/>
              <a:t>code</a:t>
            </a:r>
            <a:r>
              <a:rPr lang="es-AR" sz="5400" dirty="0"/>
              <a:t>?</a:t>
            </a:r>
            <a:endParaRPr lang="en-US" sz="54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8637DD2-0E74-485D-838D-0DC5FE6EF1CF}"/>
              </a:ext>
            </a:extLst>
          </p:cNvPr>
          <p:cNvSpPr txBox="1"/>
          <p:nvPr/>
        </p:nvSpPr>
        <p:spPr>
          <a:xfrm>
            <a:off x="1495168" y="1247737"/>
            <a:ext cx="9020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err="1">
                <a:solidFill>
                  <a:schemeClr val="bg1"/>
                </a:solidFill>
              </a:rPr>
              <a:t>Think</a:t>
            </a:r>
            <a:r>
              <a:rPr lang="es-AR" sz="2400" dirty="0">
                <a:solidFill>
                  <a:schemeClr val="bg1"/>
                </a:solidFill>
              </a:rPr>
              <a:t> </a:t>
            </a:r>
            <a:r>
              <a:rPr lang="es-AR" sz="2400" dirty="0" err="1">
                <a:solidFill>
                  <a:schemeClr val="bg1"/>
                </a:solidFill>
              </a:rPr>
              <a:t>of</a:t>
            </a:r>
            <a:r>
              <a:rPr lang="es-AR" sz="2400" dirty="0">
                <a:solidFill>
                  <a:schemeClr val="bg1"/>
                </a:solidFill>
              </a:rPr>
              <a:t> a </a:t>
            </a:r>
            <a:r>
              <a:rPr lang="es-AR" sz="2400" dirty="0" err="1">
                <a:solidFill>
                  <a:schemeClr val="bg1"/>
                </a:solidFill>
              </a:rPr>
              <a:t>player</a:t>
            </a:r>
            <a:r>
              <a:rPr lang="es-AR" sz="2400" dirty="0">
                <a:solidFill>
                  <a:schemeClr val="bg1"/>
                </a:solidFill>
              </a:rPr>
              <a:t> </a:t>
            </a:r>
            <a:r>
              <a:rPr lang="es-AR" sz="2400" dirty="0" err="1">
                <a:solidFill>
                  <a:schemeClr val="bg1"/>
                </a:solidFill>
              </a:rPr>
              <a:t>going</a:t>
            </a:r>
            <a:r>
              <a:rPr lang="es-AR" sz="2400" dirty="0">
                <a:solidFill>
                  <a:schemeClr val="bg1"/>
                </a:solidFill>
              </a:rPr>
              <a:t> </a:t>
            </a:r>
            <a:r>
              <a:rPr lang="es-AR" sz="2400" dirty="0" err="1">
                <a:solidFill>
                  <a:schemeClr val="bg1"/>
                </a:solidFill>
              </a:rPr>
              <a:t>through</a:t>
            </a:r>
            <a:r>
              <a:rPr lang="es-AR" sz="2400" dirty="0">
                <a:solidFill>
                  <a:schemeClr val="bg1"/>
                </a:solidFill>
              </a:rPr>
              <a:t> a </a:t>
            </a:r>
            <a:r>
              <a:rPr lang="es-AR" sz="2400" dirty="0" err="1">
                <a:solidFill>
                  <a:schemeClr val="bg1"/>
                </a:solidFill>
              </a:rPr>
              <a:t>board</a:t>
            </a:r>
            <a:r>
              <a:rPr lang="es-AR" sz="2400" dirty="0">
                <a:solidFill>
                  <a:schemeClr val="bg1"/>
                </a:solidFill>
              </a:rPr>
              <a:t> in a </a:t>
            </a:r>
            <a:r>
              <a:rPr lang="es-AR" sz="2400" dirty="0" err="1">
                <a:solidFill>
                  <a:schemeClr val="bg1"/>
                </a:solidFill>
              </a:rPr>
              <a:t>board</a:t>
            </a:r>
            <a:r>
              <a:rPr lang="es-AR" sz="2400" dirty="0">
                <a:solidFill>
                  <a:schemeClr val="bg1"/>
                </a:solidFill>
              </a:rPr>
              <a:t> </a:t>
            </a:r>
            <a:r>
              <a:rPr lang="es-AR" sz="2400" dirty="0" err="1">
                <a:solidFill>
                  <a:schemeClr val="bg1"/>
                </a:solidFill>
              </a:rPr>
              <a:t>game</a:t>
            </a:r>
            <a:r>
              <a:rPr lang="es-AR" sz="2400" dirty="0">
                <a:solidFill>
                  <a:schemeClr val="bg1"/>
                </a:solidFill>
              </a:rPr>
              <a:t>…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4" name="Hexágono 3">
            <a:extLst>
              <a:ext uri="{FF2B5EF4-FFF2-40B4-BE49-F238E27FC236}">
                <a16:creationId xmlns:a16="http://schemas.microsoft.com/office/drawing/2014/main" id="{F5BBCA7F-A4D1-4720-87CD-A89F0FF60E21}"/>
              </a:ext>
            </a:extLst>
          </p:cNvPr>
          <p:cNvSpPr/>
          <p:nvPr/>
        </p:nvSpPr>
        <p:spPr>
          <a:xfrm>
            <a:off x="1766769" y="4318687"/>
            <a:ext cx="852863" cy="735227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Hexágono 4">
            <a:extLst>
              <a:ext uri="{FF2B5EF4-FFF2-40B4-BE49-F238E27FC236}">
                <a16:creationId xmlns:a16="http://schemas.microsoft.com/office/drawing/2014/main" id="{C94D2EAF-70F7-475F-BAF9-FD3E24C3916A}"/>
              </a:ext>
            </a:extLst>
          </p:cNvPr>
          <p:cNvSpPr/>
          <p:nvPr/>
        </p:nvSpPr>
        <p:spPr>
          <a:xfrm>
            <a:off x="2734715" y="4318686"/>
            <a:ext cx="852863" cy="735227"/>
          </a:xfrm>
          <a:prstGeom prst="hexagon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Hexágono 5">
            <a:extLst>
              <a:ext uri="{FF2B5EF4-FFF2-40B4-BE49-F238E27FC236}">
                <a16:creationId xmlns:a16="http://schemas.microsoft.com/office/drawing/2014/main" id="{F91DE00E-B3D7-48FC-A1D0-20C63FE8A22C}"/>
              </a:ext>
            </a:extLst>
          </p:cNvPr>
          <p:cNvSpPr/>
          <p:nvPr/>
        </p:nvSpPr>
        <p:spPr>
          <a:xfrm>
            <a:off x="3702661" y="4318685"/>
            <a:ext cx="852863" cy="735227"/>
          </a:xfrm>
          <a:prstGeom prst="hexagon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Hexágono 6">
            <a:extLst>
              <a:ext uri="{FF2B5EF4-FFF2-40B4-BE49-F238E27FC236}">
                <a16:creationId xmlns:a16="http://schemas.microsoft.com/office/drawing/2014/main" id="{1D497EE7-66C8-4E2C-9359-9D9D41B555CF}"/>
              </a:ext>
            </a:extLst>
          </p:cNvPr>
          <p:cNvSpPr/>
          <p:nvPr/>
        </p:nvSpPr>
        <p:spPr>
          <a:xfrm rot="20738650">
            <a:off x="4759165" y="4174523"/>
            <a:ext cx="852863" cy="735227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Hexágono 7">
            <a:extLst>
              <a:ext uri="{FF2B5EF4-FFF2-40B4-BE49-F238E27FC236}">
                <a16:creationId xmlns:a16="http://schemas.microsoft.com/office/drawing/2014/main" id="{7CE1D536-A4A9-4306-B637-CED6C1573774}"/>
              </a:ext>
            </a:extLst>
          </p:cNvPr>
          <p:cNvSpPr/>
          <p:nvPr/>
        </p:nvSpPr>
        <p:spPr>
          <a:xfrm rot="20283693">
            <a:off x="5706336" y="3764688"/>
            <a:ext cx="852863" cy="735227"/>
          </a:xfrm>
          <a:prstGeom prst="hexagon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Hexágono 8">
            <a:extLst>
              <a:ext uri="{FF2B5EF4-FFF2-40B4-BE49-F238E27FC236}">
                <a16:creationId xmlns:a16="http://schemas.microsoft.com/office/drawing/2014/main" id="{97EC5F74-9571-4BD9-A76A-6882D0A1ED1F}"/>
              </a:ext>
            </a:extLst>
          </p:cNvPr>
          <p:cNvSpPr/>
          <p:nvPr/>
        </p:nvSpPr>
        <p:spPr>
          <a:xfrm rot="20939590">
            <a:off x="6665664" y="3401157"/>
            <a:ext cx="852863" cy="735227"/>
          </a:xfrm>
          <a:prstGeom prst="hexagon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D2E86CE4-7388-45FF-9510-0870DDA1F09F}"/>
              </a:ext>
            </a:extLst>
          </p:cNvPr>
          <p:cNvGrpSpPr/>
          <p:nvPr/>
        </p:nvGrpSpPr>
        <p:grpSpPr>
          <a:xfrm rot="2194690">
            <a:off x="7693253" y="3597875"/>
            <a:ext cx="3112089" cy="1219115"/>
            <a:chOff x="8092301" y="3793132"/>
            <a:chExt cx="3112089" cy="1219115"/>
          </a:xfrm>
        </p:grpSpPr>
        <p:sp>
          <p:nvSpPr>
            <p:cNvPr id="10" name="Hexágono 9">
              <a:extLst>
                <a:ext uri="{FF2B5EF4-FFF2-40B4-BE49-F238E27FC236}">
                  <a16:creationId xmlns:a16="http://schemas.microsoft.com/office/drawing/2014/main" id="{0815E9CD-0450-4527-875B-EAA99E6EDB3C}"/>
                </a:ext>
              </a:extLst>
            </p:cNvPr>
            <p:cNvSpPr/>
            <p:nvPr/>
          </p:nvSpPr>
          <p:spPr>
            <a:xfrm rot="20738650">
              <a:off x="8092301" y="4277020"/>
              <a:ext cx="852863" cy="735227"/>
            </a:xfrm>
            <a:prstGeom prst="hexag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Hexágono 10">
              <a:extLst>
                <a:ext uri="{FF2B5EF4-FFF2-40B4-BE49-F238E27FC236}">
                  <a16:creationId xmlns:a16="http://schemas.microsoft.com/office/drawing/2014/main" id="{D4FD3D0E-D634-4FAE-8973-6CB386DA50E9}"/>
                </a:ext>
              </a:extLst>
            </p:cNvPr>
            <p:cNvSpPr/>
            <p:nvPr/>
          </p:nvSpPr>
          <p:spPr>
            <a:xfrm rot="21044560">
              <a:off x="9168668" y="3983495"/>
              <a:ext cx="852863" cy="735227"/>
            </a:xfrm>
            <a:prstGeom prst="hexagon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Hexágono 11">
              <a:extLst>
                <a:ext uri="{FF2B5EF4-FFF2-40B4-BE49-F238E27FC236}">
                  <a16:creationId xmlns:a16="http://schemas.microsoft.com/office/drawing/2014/main" id="{C45252B7-2761-4918-8A84-2A1DBAF5E02A}"/>
                </a:ext>
              </a:extLst>
            </p:cNvPr>
            <p:cNvSpPr/>
            <p:nvPr/>
          </p:nvSpPr>
          <p:spPr>
            <a:xfrm rot="20447204">
              <a:off x="10351527" y="3793132"/>
              <a:ext cx="852863" cy="735227"/>
            </a:xfrm>
            <a:prstGeom prst="hexagon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B5D03227-38CC-498A-AF1E-264D4EB44210}"/>
              </a:ext>
            </a:extLst>
          </p:cNvPr>
          <p:cNvGrpSpPr/>
          <p:nvPr/>
        </p:nvGrpSpPr>
        <p:grpSpPr>
          <a:xfrm>
            <a:off x="2525256" y="3043333"/>
            <a:ext cx="1332058" cy="1642965"/>
            <a:chOff x="2255520" y="2150004"/>
            <a:chExt cx="1332058" cy="1642965"/>
          </a:xfrm>
        </p:grpSpPr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FC191E44-21E8-47A4-90E7-78D80407FD45}"/>
                </a:ext>
              </a:extLst>
            </p:cNvPr>
            <p:cNvSpPr/>
            <p:nvPr/>
          </p:nvSpPr>
          <p:spPr>
            <a:xfrm>
              <a:off x="2622080" y="2522420"/>
              <a:ext cx="518332" cy="74483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aseline="-25000" dirty="0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C16E3172-DA02-4585-912A-80DC2026DE72}"/>
                </a:ext>
              </a:extLst>
            </p:cNvPr>
            <p:cNvSpPr/>
            <p:nvPr/>
          </p:nvSpPr>
          <p:spPr>
            <a:xfrm>
              <a:off x="2734715" y="2150871"/>
              <a:ext cx="321275" cy="46166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aseline="-25000" dirty="0"/>
            </a:p>
          </p:txBody>
        </p: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FB78C8CF-4966-4F35-A01A-24E4E58C40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59040" y="2552380"/>
              <a:ext cx="628538" cy="290435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C72E3668-6251-417C-9FCD-71E74CF3F6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55520" y="2612536"/>
              <a:ext cx="479195" cy="28230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91965718-0C17-4F92-9203-2EF8AC1287EA}"/>
                </a:ext>
              </a:extLst>
            </p:cNvPr>
            <p:cNvCxnSpPr>
              <a:cxnSpLocks/>
            </p:cNvCxnSpPr>
            <p:nvPr/>
          </p:nvCxnSpPr>
          <p:spPr>
            <a:xfrm>
              <a:off x="2959040" y="3065275"/>
              <a:ext cx="134904" cy="727694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22772642-A937-445B-ACDD-B73B351D4C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58515" y="3116395"/>
              <a:ext cx="152400" cy="676574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Cara sonriente 27">
              <a:extLst>
                <a:ext uri="{FF2B5EF4-FFF2-40B4-BE49-F238E27FC236}">
                  <a16:creationId xmlns:a16="http://schemas.microsoft.com/office/drawing/2014/main" id="{319D7EC4-F663-4951-A850-B49B3D731287}"/>
                </a:ext>
              </a:extLst>
            </p:cNvPr>
            <p:cNvSpPr/>
            <p:nvPr/>
          </p:nvSpPr>
          <p:spPr>
            <a:xfrm>
              <a:off x="2734715" y="2150004"/>
              <a:ext cx="321275" cy="461665"/>
            </a:xfrm>
            <a:prstGeom prst="smileyFace">
              <a:avLst>
                <a:gd name="adj" fmla="val 465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29827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C1456E-EDB2-4BBB-8615-5B992FC54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1478570"/>
          </a:xfrm>
        </p:spPr>
        <p:txBody>
          <a:bodyPr>
            <a:normAutofit fontScale="90000"/>
          </a:bodyPr>
          <a:lstStyle/>
          <a:p>
            <a:pPr algn="ctr"/>
            <a:r>
              <a:rPr lang="es-AR" sz="5400" dirty="0" err="1"/>
              <a:t>What</a:t>
            </a:r>
            <a:r>
              <a:rPr lang="es-AR" sz="5400" dirty="0"/>
              <a:t> </a:t>
            </a:r>
            <a:r>
              <a:rPr lang="es-AR" sz="5400" dirty="0" err="1"/>
              <a:t>is</a:t>
            </a:r>
            <a:r>
              <a:rPr lang="es-AR" sz="5400" dirty="0"/>
              <a:t> </a:t>
            </a:r>
            <a:r>
              <a:rPr lang="es-AR" sz="5400" dirty="0" err="1"/>
              <a:t>the</a:t>
            </a:r>
            <a:r>
              <a:rPr lang="es-AR" sz="5400" dirty="0"/>
              <a:t> </a:t>
            </a:r>
            <a:r>
              <a:rPr lang="es-AR" sz="5400" b="1" dirty="0">
                <a:solidFill>
                  <a:srgbClr val="7030A0"/>
                </a:solidFill>
              </a:rPr>
              <a:t>Flow</a:t>
            </a:r>
            <a:r>
              <a:rPr lang="es-AR" sz="5400" dirty="0"/>
              <a:t> </a:t>
            </a:r>
            <a:r>
              <a:rPr lang="es-AR" sz="5400" dirty="0" err="1"/>
              <a:t>of</a:t>
            </a:r>
            <a:r>
              <a:rPr lang="es-AR" sz="5400" dirty="0"/>
              <a:t> </a:t>
            </a:r>
            <a:r>
              <a:rPr lang="es-AR" sz="5400" dirty="0" err="1"/>
              <a:t>the</a:t>
            </a:r>
            <a:r>
              <a:rPr lang="es-AR" sz="5400" dirty="0"/>
              <a:t> </a:t>
            </a:r>
            <a:r>
              <a:rPr lang="es-AR" sz="5400" dirty="0" err="1"/>
              <a:t>code</a:t>
            </a:r>
            <a:r>
              <a:rPr lang="es-AR" sz="5400" dirty="0"/>
              <a:t>?</a:t>
            </a:r>
            <a:endParaRPr lang="en-US" sz="54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8637DD2-0E74-485D-838D-0DC5FE6EF1CF}"/>
              </a:ext>
            </a:extLst>
          </p:cNvPr>
          <p:cNvSpPr txBox="1"/>
          <p:nvPr/>
        </p:nvSpPr>
        <p:spPr>
          <a:xfrm>
            <a:off x="1495168" y="1247737"/>
            <a:ext cx="9020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err="1">
                <a:solidFill>
                  <a:schemeClr val="bg1"/>
                </a:solidFill>
              </a:rPr>
              <a:t>Think</a:t>
            </a:r>
            <a:r>
              <a:rPr lang="es-AR" sz="2400" dirty="0">
                <a:solidFill>
                  <a:schemeClr val="bg1"/>
                </a:solidFill>
              </a:rPr>
              <a:t> </a:t>
            </a:r>
            <a:r>
              <a:rPr lang="es-AR" sz="2400" dirty="0" err="1">
                <a:solidFill>
                  <a:schemeClr val="bg1"/>
                </a:solidFill>
              </a:rPr>
              <a:t>of</a:t>
            </a:r>
            <a:r>
              <a:rPr lang="es-AR" sz="2400" dirty="0">
                <a:solidFill>
                  <a:schemeClr val="bg1"/>
                </a:solidFill>
              </a:rPr>
              <a:t> a </a:t>
            </a:r>
            <a:r>
              <a:rPr lang="es-AR" sz="2400" dirty="0" err="1">
                <a:solidFill>
                  <a:schemeClr val="bg1"/>
                </a:solidFill>
              </a:rPr>
              <a:t>player</a:t>
            </a:r>
            <a:r>
              <a:rPr lang="es-AR" sz="2400" dirty="0">
                <a:solidFill>
                  <a:schemeClr val="bg1"/>
                </a:solidFill>
              </a:rPr>
              <a:t> </a:t>
            </a:r>
            <a:r>
              <a:rPr lang="es-AR" sz="2400" dirty="0" err="1">
                <a:solidFill>
                  <a:schemeClr val="bg1"/>
                </a:solidFill>
              </a:rPr>
              <a:t>going</a:t>
            </a:r>
            <a:r>
              <a:rPr lang="es-AR" sz="2400" dirty="0">
                <a:solidFill>
                  <a:schemeClr val="bg1"/>
                </a:solidFill>
              </a:rPr>
              <a:t> </a:t>
            </a:r>
            <a:r>
              <a:rPr lang="es-AR" sz="2400" dirty="0" err="1">
                <a:solidFill>
                  <a:schemeClr val="bg1"/>
                </a:solidFill>
              </a:rPr>
              <a:t>through</a:t>
            </a:r>
            <a:r>
              <a:rPr lang="es-AR" sz="2400" dirty="0">
                <a:solidFill>
                  <a:schemeClr val="bg1"/>
                </a:solidFill>
              </a:rPr>
              <a:t> a </a:t>
            </a:r>
            <a:r>
              <a:rPr lang="es-AR" sz="2400" dirty="0" err="1">
                <a:solidFill>
                  <a:schemeClr val="bg1"/>
                </a:solidFill>
              </a:rPr>
              <a:t>board</a:t>
            </a:r>
            <a:r>
              <a:rPr lang="es-AR" sz="2400" dirty="0">
                <a:solidFill>
                  <a:schemeClr val="bg1"/>
                </a:solidFill>
              </a:rPr>
              <a:t> in a </a:t>
            </a:r>
            <a:r>
              <a:rPr lang="es-AR" sz="2400" dirty="0" err="1">
                <a:solidFill>
                  <a:schemeClr val="bg1"/>
                </a:solidFill>
              </a:rPr>
              <a:t>board</a:t>
            </a:r>
            <a:r>
              <a:rPr lang="es-AR" sz="2400" dirty="0">
                <a:solidFill>
                  <a:schemeClr val="bg1"/>
                </a:solidFill>
              </a:rPr>
              <a:t> </a:t>
            </a:r>
            <a:r>
              <a:rPr lang="es-AR" sz="2400" dirty="0" err="1">
                <a:solidFill>
                  <a:schemeClr val="bg1"/>
                </a:solidFill>
              </a:rPr>
              <a:t>game</a:t>
            </a:r>
            <a:r>
              <a:rPr lang="es-AR" sz="2400" dirty="0">
                <a:solidFill>
                  <a:schemeClr val="bg1"/>
                </a:solidFill>
              </a:rPr>
              <a:t>…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4" name="Hexágono 3">
            <a:extLst>
              <a:ext uri="{FF2B5EF4-FFF2-40B4-BE49-F238E27FC236}">
                <a16:creationId xmlns:a16="http://schemas.microsoft.com/office/drawing/2014/main" id="{F5BBCA7F-A4D1-4720-87CD-A89F0FF60E21}"/>
              </a:ext>
            </a:extLst>
          </p:cNvPr>
          <p:cNvSpPr/>
          <p:nvPr/>
        </p:nvSpPr>
        <p:spPr>
          <a:xfrm>
            <a:off x="1766769" y="4318687"/>
            <a:ext cx="852863" cy="735227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Hexágono 4">
            <a:extLst>
              <a:ext uri="{FF2B5EF4-FFF2-40B4-BE49-F238E27FC236}">
                <a16:creationId xmlns:a16="http://schemas.microsoft.com/office/drawing/2014/main" id="{C94D2EAF-70F7-475F-BAF9-FD3E24C3916A}"/>
              </a:ext>
            </a:extLst>
          </p:cNvPr>
          <p:cNvSpPr/>
          <p:nvPr/>
        </p:nvSpPr>
        <p:spPr>
          <a:xfrm>
            <a:off x="2734715" y="4318686"/>
            <a:ext cx="852863" cy="735227"/>
          </a:xfrm>
          <a:prstGeom prst="hexagon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Hexágono 5">
            <a:extLst>
              <a:ext uri="{FF2B5EF4-FFF2-40B4-BE49-F238E27FC236}">
                <a16:creationId xmlns:a16="http://schemas.microsoft.com/office/drawing/2014/main" id="{F91DE00E-B3D7-48FC-A1D0-20C63FE8A22C}"/>
              </a:ext>
            </a:extLst>
          </p:cNvPr>
          <p:cNvSpPr/>
          <p:nvPr/>
        </p:nvSpPr>
        <p:spPr>
          <a:xfrm>
            <a:off x="3702661" y="4318685"/>
            <a:ext cx="852863" cy="735227"/>
          </a:xfrm>
          <a:prstGeom prst="hexagon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Hexágono 6">
            <a:extLst>
              <a:ext uri="{FF2B5EF4-FFF2-40B4-BE49-F238E27FC236}">
                <a16:creationId xmlns:a16="http://schemas.microsoft.com/office/drawing/2014/main" id="{1D497EE7-66C8-4E2C-9359-9D9D41B555CF}"/>
              </a:ext>
            </a:extLst>
          </p:cNvPr>
          <p:cNvSpPr/>
          <p:nvPr/>
        </p:nvSpPr>
        <p:spPr>
          <a:xfrm rot="20738650">
            <a:off x="4759165" y="4174523"/>
            <a:ext cx="852863" cy="735227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Hexágono 7">
            <a:extLst>
              <a:ext uri="{FF2B5EF4-FFF2-40B4-BE49-F238E27FC236}">
                <a16:creationId xmlns:a16="http://schemas.microsoft.com/office/drawing/2014/main" id="{7CE1D536-A4A9-4306-B637-CED6C1573774}"/>
              </a:ext>
            </a:extLst>
          </p:cNvPr>
          <p:cNvSpPr/>
          <p:nvPr/>
        </p:nvSpPr>
        <p:spPr>
          <a:xfrm rot="20283693">
            <a:off x="5706336" y="3764688"/>
            <a:ext cx="852863" cy="735227"/>
          </a:xfrm>
          <a:prstGeom prst="hexagon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Hexágono 8">
            <a:extLst>
              <a:ext uri="{FF2B5EF4-FFF2-40B4-BE49-F238E27FC236}">
                <a16:creationId xmlns:a16="http://schemas.microsoft.com/office/drawing/2014/main" id="{97EC5F74-9571-4BD9-A76A-6882D0A1ED1F}"/>
              </a:ext>
            </a:extLst>
          </p:cNvPr>
          <p:cNvSpPr/>
          <p:nvPr/>
        </p:nvSpPr>
        <p:spPr>
          <a:xfrm rot="20939590">
            <a:off x="6665664" y="3401157"/>
            <a:ext cx="852863" cy="735227"/>
          </a:xfrm>
          <a:prstGeom prst="hexagon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D2E86CE4-7388-45FF-9510-0870DDA1F09F}"/>
              </a:ext>
            </a:extLst>
          </p:cNvPr>
          <p:cNvGrpSpPr/>
          <p:nvPr/>
        </p:nvGrpSpPr>
        <p:grpSpPr>
          <a:xfrm rot="2194690">
            <a:off x="7693253" y="3597875"/>
            <a:ext cx="3112089" cy="1219115"/>
            <a:chOff x="8092301" y="3793132"/>
            <a:chExt cx="3112089" cy="1219115"/>
          </a:xfrm>
        </p:grpSpPr>
        <p:sp>
          <p:nvSpPr>
            <p:cNvPr id="10" name="Hexágono 9">
              <a:extLst>
                <a:ext uri="{FF2B5EF4-FFF2-40B4-BE49-F238E27FC236}">
                  <a16:creationId xmlns:a16="http://schemas.microsoft.com/office/drawing/2014/main" id="{0815E9CD-0450-4527-875B-EAA99E6EDB3C}"/>
                </a:ext>
              </a:extLst>
            </p:cNvPr>
            <p:cNvSpPr/>
            <p:nvPr/>
          </p:nvSpPr>
          <p:spPr>
            <a:xfrm rot="20738650">
              <a:off x="8092301" y="4277020"/>
              <a:ext cx="852863" cy="735227"/>
            </a:xfrm>
            <a:prstGeom prst="hexag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Hexágono 10">
              <a:extLst>
                <a:ext uri="{FF2B5EF4-FFF2-40B4-BE49-F238E27FC236}">
                  <a16:creationId xmlns:a16="http://schemas.microsoft.com/office/drawing/2014/main" id="{D4FD3D0E-D634-4FAE-8973-6CB386DA50E9}"/>
                </a:ext>
              </a:extLst>
            </p:cNvPr>
            <p:cNvSpPr/>
            <p:nvPr/>
          </p:nvSpPr>
          <p:spPr>
            <a:xfrm rot="21044560">
              <a:off x="9168668" y="3983495"/>
              <a:ext cx="852863" cy="735227"/>
            </a:xfrm>
            <a:prstGeom prst="hexagon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Hexágono 11">
              <a:extLst>
                <a:ext uri="{FF2B5EF4-FFF2-40B4-BE49-F238E27FC236}">
                  <a16:creationId xmlns:a16="http://schemas.microsoft.com/office/drawing/2014/main" id="{C45252B7-2761-4918-8A84-2A1DBAF5E02A}"/>
                </a:ext>
              </a:extLst>
            </p:cNvPr>
            <p:cNvSpPr/>
            <p:nvPr/>
          </p:nvSpPr>
          <p:spPr>
            <a:xfrm rot="20447204">
              <a:off x="10351527" y="3793132"/>
              <a:ext cx="852863" cy="735227"/>
            </a:xfrm>
            <a:prstGeom prst="hexagon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B5D03227-38CC-498A-AF1E-264D4EB44210}"/>
              </a:ext>
            </a:extLst>
          </p:cNvPr>
          <p:cNvGrpSpPr/>
          <p:nvPr/>
        </p:nvGrpSpPr>
        <p:grpSpPr>
          <a:xfrm>
            <a:off x="3502360" y="3055202"/>
            <a:ext cx="1332058" cy="1642965"/>
            <a:chOff x="2255520" y="2150004"/>
            <a:chExt cx="1332058" cy="1642965"/>
          </a:xfrm>
        </p:grpSpPr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FC191E44-21E8-47A4-90E7-78D80407FD45}"/>
                </a:ext>
              </a:extLst>
            </p:cNvPr>
            <p:cNvSpPr/>
            <p:nvPr/>
          </p:nvSpPr>
          <p:spPr>
            <a:xfrm>
              <a:off x="2622080" y="2522420"/>
              <a:ext cx="518332" cy="74483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aseline="-25000" dirty="0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C16E3172-DA02-4585-912A-80DC2026DE72}"/>
                </a:ext>
              </a:extLst>
            </p:cNvPr>
            <p:cNvSpPr/>
            <p:nvPr/>
          </p:nvSpPr>
          <p:spPr>
            <a:xfrm>
              <a:off x="2734715" y="2150871"/>
              <a:ext cx="321275" cy="46166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aseline="-25000" dirty="0"/>
            </a:p>
          </p:txBody>
        </p: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FB78C8CF-4966-4F35-A01A-24E4E58C40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59040" y="2552380"/>
              <a:ext cx="628538" cy="290435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C72E3668-6251-417C-9FCD-71E74CF3F6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55520" y="2612536"/>
              <a:ext cx="479195" cy="28230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91965718-0C17-4F92-9203-2EF8AC1287EA}"/>
                </a:ext>
              </a:extLst>
            </p:cNvPr>
            <p:cNvCxnSpPr>
              <a:cxnSpLocks/>
            </p:cNvCxnSpPr>
            <p:nvPr/>
          </p:nvCxnSpPr>
          <p:spPr>
            <a:xfrm>
              <a:off x="2959040" y="3065275"/>
              <a:ext cx="134904" cy="727694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22772642-A937-445B-ACDD-B73B351D4C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58515" y="3116395"/>
              <a:ext cx="152400" cy="676574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Cara sonriente 27">
              <a:extLst>
                <a:ext uri="{FF2B5EF4-FFF2-40B4-BE49-F238E27FC236}">
                  <a16:creationId xmlns:a16="http://schemas.microsoft.com/office/drawing/2014/main" id="{319D7EC4-F663-4951-A850-B49B3D731287}"/>
                </a:ext>
              </a:extLst>
            </p:cNvPr>
            <p:cNvSpPr/>
            <p:nvPr/>
          </p:nvSpPr>
          <p:spPr>
            <a:xfrm>
              <a:off x="2734715" y="2150004"/>
              <a:ext cx="321275" cy="461665"/>
            </a:xfrm>
            <a:prstGeom prst="smileyFace">
              <a:avLst>
                <a:gd name="adj" fmla="val 465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14567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C1456E-EDB2-4BBB-8615-5B992FC54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1478570"/>
          </a:xfrm>
        </p:spPr>
        <p:txBody>
          <a:bodyPr>
            <a:normAutofit fontScale="90000"/>
          </a:bodyPr>
          <a:lstStyle/>
          <a:p>
            <a:pPr algn="ctr"/>
            <a:r>
              <a:rPr lang="es-AR" sz="5400" dirty="0" err="1"/>
              <a:t>What</a:t>
            </a:r>
            <a:r>
              <a:rPr lang="es-AR" sz="5400" dirty="0"/>
              <a:t> </a:t>
            </a:r>
            <a:r>
              <a:rPr lang="es-AR" sz="5400" dirty="0" err="1"/>
              <a:t>is</a:t>
            </a:r>
            <a:r>
              <a:rPr lang="es-AR" sz="5400" dirty="0"/>
              <a:t> </a:t>
            </a:r>
            <a:r>
              <a:rPr lang="es-AR" sz="5400" dirty="0" err="1"/>
              <a:t>the</a:t>
            </a:r>
            <a:r>
              <a:rPr lang="es-AR" sz="5400" dirty="0"/>
              <a:t> </a:t>
            </a:r>
            <a:r>
              <a:rPr lang="es-AR" sz="5400" b="1" dirty="0">
                <a:solidFill>
                  <a:srgbClr val="7030A0"/>
                </a:solidFill>
              </a:rPr>
              <a:t>Flow</a:t>
            </a:r>
            <a:r>
              <a:rPr lang="es-AR" sz="5400" dirty="0"/>
              <a:t> </a:t>
            </a:r>
            <a:r>
              <a:rPr lang="es-AR" sz="5400" dirty="0" err="1"/>
              <a:t>of</a:t>
            </a:r>
            <a:r>
              <a:rPr lang="es-AR" sz="5400" dirty="0"/>
              <a:t> </a:t>
            </a:r>
            <a:r>
              <a:rPr lang="es-AR" sz="5400" dirty="0" err="1"/>
              <a:t>the</a:t>
            </a:r>
            <a:r>
              <a:rPr lang="es-AR" sz="5400" dirty="0"/>
              <a:t> </a:t>
            </a:r>
            <a:r>
              <a:rPr lang="es-AR" sz="5400" dirty="0" err="1"/>
              <a:t>code</a:t>
            </a:r>
            <a:r>
              <a:rPr lang="es-AR" sz="5400" dirty="0"/>
              <a:t>?</a:t>
            </a:r>
            <a:endParaRPr lang="en-US" sz="54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8637DD2-0E74-485D-838D-0DC5FE6EF1CF}"/>
              </a:ext>
            </a:extLst>
          </p:cNvPr>
          <p:cNvSpPr txBox="1"/>
          <p:nvPr/>
        </p:nvSpPr>
        <p:spPr>
          <a:xfrm>
            <a:off x="1495168" y="1247737"/>
            <a:ext cx="9020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err="1">
                <a:solidFill>
                  <a:schemeClr val="bg1"/>
                </a:solidFill>
              </a:rPr>
              <a:t>Think</a:t>
            </a:r>
            <a:r>
              <a:rPr lang="es-AR" sz="2400" dirty="0">
                <a:solidFill>
                  <a:schemeClr val="bg1"/>
                </a:solidFill>
              </a:rPr>
              <a:t> </a:t>
            </a:r>
            <a:r>
              <a:rPr lang="es-AR" sz="2400" dirty="0" err="1">
                <a:solidFill>
                  <a:schemeClr val="bg1"/>
                </a:solidFill>
              </a:rPr>
              <a:t>of</a:t>
            </a:r>
            <a:r>
              <a:rPr lang="es-AR" sz="2400" dirty="0">
                <a:solidFill>
                  <a:schemeClr val="bg1"/>
                </a:solidFill>
              </a:rPr>
              <a:t> a </a:t>
            </a:r>
            <a:r>
              <a:rPr lang="es-AR" sz="2400" dirty="0" err="1">
                <a:solidFill>
                  <a:schemeClr val="bg1"/>
                </a:solidFill>
              </a:rPr>
              <a:t>player</a:t>
            </a:r>
            <a:r>
              <a:rPr lang="es-AR" sz="2400" dirty="0">
                <a:solidFill>
                  <a:schemeClr val="bg1"/>
                </a:solidFill>
              </a:rPr>
              <a:t> </a:t>
            </a:r>
            <a:r>
              <a:rPr lang="es-AR" sz="2400" dirty="0" err="1">
                <a:solidFill>
                  <a:schemeClr val="bg1"/>
                </a:solidFill>
              </a:rPr>
              <a:t>going</a:t>
            </a:r>
            <a:r>
              <a:rPr lang="es-AR" sz="2400" dirty="0">
                <a:solidFill>
                  <a:schemeClr val="bg1"/>
                </a:solidFill>
              </a:rPr>
              <a:t> </a:t>
            </a:r>
            <a:r>
              <a:rPr lang="es-AR" sz="2400" dirty="0" err="1">
                <a:solidFill>
                  <a:schemeClr val="bg1"/>
                </a:solidFill>
              </a:rPr>
              <a:t>through</a:t>
            </a:r>
            <a:r>
              <a:rPr lang="es-AR" sz="2400" dirty="0">
                <a:solidFill>
                  <a:schemeClr val="bg1"/>
                </a:solidFill>
              </a:rPr>
              <a:t> a </a:t>
            </a:r>
            <a:r>
              <a:rPr lang="es-AR" sz="2400" dirty="0" err="1">
                <a:solidFill>
                  <a:schemeClr val="bg1"/>
                </a:solidFill>
              </a:rPr>
              <a:t>board</a:t>
            </a:r>
            <a:r>
              <a:rPr lang="es-AR" sz="2400" dirty="0">
                <a:solidFill>
                  <a:schemeClr val="bg1"/>
                </a:solidFill>
              </a:rPr>
              <a:t> in a </a:t>
            </a:r>
            <a:r>
              <a:rPr lang="es-AR" sz="2400" dirty="0" err="1">
                <a:solidFill>
                  <a:schemeClr val="bg1"/>
                </a:solidFill>
              </a:rPr>
              <a:t>board</a:t>
            </a:r>
            <a:r>
              <a:rPr lang="es-AR" sz="2400" dirty="0">
                <a:solidFill>
                  <a:schemeClr val="bg1"/>
                </a:solidFill>
              </a:rPr>
              <a:t> </a:t>
            </a:r>
            <a:r>
              <a:rPr lang="es-AR" sz="2400" dirty="0" err="1">
                <a:solidFill>
                  <a:schemeClr val="bg1"/>
                </a:solidFill>
              </a:rPr>
              <a:t>game</a:t>
            </a:r>
            <a:r>
              <a:rPr lang="es-AR" sz="2400" dirty="0">
                <a:solidFill>
                  <a:schemeClr val="bg1"/>
                </a:solidFill>
              </a:rPr>
              <a:t>…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4" name="Hexágono 3">
            <a:extLst>
              <a:ext uri="{FF2B5EF4-FFF2-40B4-BE49-F238E27FC236}">
                <a16:creationId xmlns:a16="http://schemas.microsoft.com/office/drawing/2014/main" id="{F5BBCA7F-A4D1-4720-87CD-A89F0FF60E21}"/>
              </a:ext>
            </a:extLst>
          </p:cNvPr>
          <p:cNvSpPr/>
          <p:nvPr/>
        </p:nvSpPr>
        <p:spPr>
          <a:xfrm>
            <a:off x="1766769" y="4318687"/>
            <a:ext cx="852863" cy="735227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Hexágono 4">
            <a:extLst>
              <a:ext uri="{FF2B5EF4-FFF2-40B4-BE49-F238E27FC236}">
                <a16:creationId xmlns:a16="http://schemas.microsoft.com/office/drawing/2014/main" id="{C94D2EAF-70F7-475F-BAF9-FD3E24C3916A}"/>
              </a:ext>
            </a:extLst>
          </p:cNvPr>
          <p:cNvSpPr/>
          <p:nvPr/>
        </p:nvSpPr>
        <p:spPr>
          <a:xfrm>
            <a:off x="2734715" y="4318686"/>
            <a:ext cx="852863" cy="735227"/>
          </a:xfrm>
          <a:prstGeom prst="hexagon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Hexágono 5">
            <a:extLst>
              <a:ext uri="{FF2B5EF4-FFF2-40B4-BE49-F238E27FC236}">
                <a16:creationId xmlns:a16="http://schemas.microsoft.com/office/drawing/2014/main" id="{F91DE00E-B3D7-48FC-A1D0-20C63FE8A22C}"/>
              </a:ext>
            </a:extLst>
          </p:cNvPr>
          <p:cNvSpPr/>
          <p:nvPr/>
        </p:nvSpPr>
        <p:spPr>
          <a:xfrm>
            <a:off x="3702661" y="4318685"/>
            <a:ext cx="852863" cy="735227"/>
          </a:xfrm>
          <a:prstGeom prst="hexagon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Hexágono 6">
            <a:extLst>
              <a:ext uri="{FF2B5EF4-FFF2-40B4-BE49-F238E27FC236}">
                <a16:creationId xmlns:a16="http://schemas.microsoft.com/office/drawing/2014/main" id="{1D497EE7-66C8-4E2C-9359-9D9D41B555CF}"/>
              </a:ext>
            </a:extLst>
          </p:cNvPr>
          <p:cNvSpPr/>
          <p:nvPr/>
        </p:nvSpPr>
        <p:spPr>
          <a:xfrm rot="20738650">
            <a:off x="4759165" y="4174523"/>
            <a:ext cx="852863" cy="735227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Hexágono 7">
            <a:extLst>
              <a:ext uri="{FF2B5EF4-FFF2-40B4-BE49-F238E27FC236}">
                <a16:creationId xmlns:a16="http://schemas.microsoft.com/office/drawing/2014/main" id="{7CE1D536-A4A9-4306-B637-CED6C1573774}"/>
              </a:ext>
            </a:extLst>
          </p:cNvPr>
          <p:cNvSpPr/>
          <p:nvPr/>
        </p:nvSpPr>
        <p:spPr>
          <a:xfrm rot="20283693">
            <a:off x="5706336" y="3764688"/>
            <a:ext cx="852863" cy="735227"/>
          </a:xfrm>
          <a:prstGeom prst="hexagon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Hexágono 8">
            <a:extLst>
              <a:ext uri="{FF2B5EF4-FFF2-40B4-BE49-F238E27FC236}">
                <a16:creationId xmlns:a16="http://schemas.microsoft.com/office/drawing/2014/main" id="{97EC5F74-9571-4BD9-A76A-6882D0A1ED1F}"/>
              </a:ext>
            </a:extLst>
          </p:cNvPr>
          <p:cNvSpPr/>
          <p:nvPr/>
        </p:nvSpPr>
        <p:spPr>
          <a:xfrm rot="20939590">
            <a:off x="6665664" y="3401157"/>
            <a:ext cx="852863" cy="735227"/>
          </a:xfrm>
          <a:prstGeom prst="hexagon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D2E86CE4-7388-45FF-9510-0870DDA1F09F}"/>
              </a:ext>
            </a:extLst>
          </p:cNvPr>
          <p:cNvGrpSpPr/>
          <p:nvPr/>
        </p:nvGrpSpPr>
        <p:grpSpPr>
          <a:xfrm rot="2194690">
            <a:off x="7693253" y="3597875"/>
            <a:ext cx="3112089" cy="1219115"/>
            <a:chOff x="8092301" y="3793132"/>
            <a:chExt cx="3112089" cy="1219115"/>
          </a:xfrm>
        </p:grpSpPr>
        <p:sp>
          <p:nvSpPr>
            <p:cNvPr id="10" name="Hexágono 9">
              <a:extLst>
                <a:ext uri="{FF2B5EF4-FFF2-40B4-BE49-F238E27FC236}">
                  <a16:creationId xmlns:a16="http://schemas.microsoft.com/office/drawing/2014/main" id="{0815E9CD-0450-4527-875B-EAA99E6EDB3C}"/>
                </a:ext>
              </a:extLst>
            </p:cNvPr>
            <p:cNvSpPr/>
            <p:nvPr/>
          </p:nvSpPr>
          <p:spPr>
            <a:xfrm rot="20738650">
              <a:off x="8092301" y="4277020"/>
              <a:ext cx="852863" cy="735227"/>
            </a:xfrm>
            <a:prstGeom prst="hexag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Hexágono 10">
              <a:extLst>
                <a:ext uri="{FF2B5EF4-FFF2-40B4-BE49-F238E27FC236}">
                  <a16:creationId xmlns:a16="http://schemas.microsoft.com/office/drawing/2014/main" id="{D4FD3D0E-D634-4FAE-8973-6CB386DA50E9}"/>
                </a:ext>
              </a:extLst>
            </p:cNvPr>
            <p:cNvSpPr/>
            <p:nvPr/>
          </p:nvSpPr>
          <p:spPr>
            <a:xfrm rot="21044560">
              <a:off x="9168668" y="3983495"/>
              <a:ext cx="852863" cy="735227"/>
            </a:xfrm>
            <a:prstGeom prst="hexagon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Hexágono 11">
              <a:extLst>
                <a:ext uri="{FF2B5EF4-FFF2-40B4-BE49-F238E27FC236}">
                  <a16:creationId xmlns:a16="http://schemas.microsoft.com/office/drawing/2014/main" id="{C45252B7-2761-4918-8A84-2A1DBAF5E02A}"/>
                </a:ext>
              </a:extLst>
            </p:cNvPr>
            <p:cNvSpPr/>
            <p:nvPr/>
          </p:nvSpPr>
          <p:spPr>
            <a:xfrm rot="20447204">
              <a:off x="10351527" y="3793132"/>
              <a:ext cx="852863" cy="735227"/>
            </a:xfrm>
            <a:prstGeom prst="hexagon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B5D03227-38CC-498A-AF1E-264D4EB44210}"/>
              </a:ext>
            </a:extLst>
          </p:cNvPr>
          <p:cNvGrpSpPr/>
          <p:nvPr/>
        </p:nvGrpSpPr>
        <p:grpSpPr>
          <a:xfrm rot="20682040">
            <a:off x="4347098" y="2947287"/>
            <a:ext cx="1332058" cy="1642965"/>
            <a:chOff x="2255520" y="2150004"/>
            <a:chExt cx="1332058" cy="1642965"/>
          </a:xfrm>
        </p:grpSpPr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FC191E44-21E8-47A4-90E7-78D80407FD45}"/>
                </a:ext>
              </a:extLst>
            </p:cNvPr>
            <p:cNvSpPr/>
            <p:nvPr/>
          </p:nvSpPr>
          <p:spPr>
            <a:xfrm>
              <a:off x="2622080" y="2522420"/>
              <a:ext cx="518332" cy="74483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aseline="-25000" dirty="0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C16E3172-DA02-4585-912A-80DC2026DE72}"/>
                </a:ext>
              </a:extLst>
            </p:cNvPr>
            <p:cNvSpPr/>
            <p:nvPr/>
          </p:nvSpPr>
          <p:spPr>
            <a:xfrm>
              <a:off x="2734715" y="2150871"/>
              <a:ext cx="321275" cy="46166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aseline="-25000" dirty="0"/>
            </a:p>
          </p:txBody>
        </p: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FB78C8CF-4966-4F35-A01A-24E4E58C40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59040" y="2552380"/>
              <a:ext cx="628538" cy="290435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C72E3668-6251-417C-9FCD-71E74CF3F6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55520" y="2612536"/>
              <a:ext cx="479195" cy="28230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91965718-0C17-4F92-9203-2EF8AC1287EA}"/>
                </a:ext>
              </a:extLst>
            </p:cNvPr>
            <p:cNvCxnSpPr>
              <a:cxnSpLocks/>
            </p:cNvCxnSpPr>
            <p:nvPr/>
          </p:nvCxnSpPr>
          <p:spPr>
            <a:xfrm>
              <a:off x="2959040" y="3065275"/>
              <a:ext cx="134904" cy="727694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22772642-A937-445B-ACDD-B73B351D4C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58515" y="3116395"/>
              <a:ext cx="152400" cy="676574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Cara sonriente 27">
              <a:extLst>
                <a:ext uri="{FF2B5EF4-FFF2-40B4-BE49-F238E27FC236}">
                  <a16:creationId xmlns:a16="http://schemas.microsoft.com/office/drawing/2014/main" id="{319D7EC4-F663-4951-A850-B49B3D731287}"/>
                </a:ext>
              </a:extLst>
            </p:cNvPr>
            <p:cNvSpPr/>
            <p:nvPr/>
          </p:nvSpPr>
          <p:spPr>
            <a:xfrm>
              <a:off x="2734715" y="2150004"/>
              <a:ext cx="321275" cy="461665"/>
            </a:xfrm>
            <a:prstGeom prst="smileyFace">
              <a:avLst>
                <a:gd name="adj" fmla="val 465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40357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C1456E-EDB2-4BBB-8615-5B992FC54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1478570"/>
          </a:xfrm>
        </p:spPr>
        <p:txBody>
          <a:bodyPr>
            <a:normAutofit fontScale="90000"/>
          </a:bodyPr>
          <a:lstStyle/>
          <a:p>
            <a:pPr algn="ctr"/>
            <a:r>
              <a:rPr lang="es-AR" sz="5400" dirty="0" err="1"/>
              <a:t>What</a:t>
            </a:r>
            <a:r>
              <a:rPr lang="es-AR" sz="5400" dirty="0"/>
              <a:t> </a:t>
            </a:r>
            <a:r>
              <a:rPr lang="es-AR" sz="5400" dirty="0" err="1"/>
              <a:t>is</a:t>
            </a:r>
            <a:r>
              <a:rPr lang="es-AR" sz="5400" dirty="0"/>
              <a:t> </a:t>
            </a:r>
            <a:r>
              <a:rPr lang="es-AR" sz="5400" dirty="0" err="1"/>
              <a:t>the</a:t>
            </a:r>
            <a:r>
              <a:rPr lang="es-AR" sz="5400" dirty="0"/>
              <a:t> </a:t>
            </a:r>
            <a:r>
              <a:rPr lang="es-AR" sz="5400" b="1" dirty="0">
                <a:solidFill>
                  <a:srgbClr val="7030A0"/>
                </a:solidFill>
              </a:rPr>
              <a:t>Flow</a:t>
            </a:r>
            <a:r>
              <a:rPr lang="es-AR" sz="5400" dirty="0"/>
              <a:t> </a:t>
            </a:r>
            <a:r>
              <a:rPr lang="es-AR" sz="5400" dirty="0" err="1"/>
              <a:t>of</a:t>
            </a:r>
            <a:r>
              <a:rPr lang="es-AR" sz="5400" dirty="0"/>
              <a:t> </a:t>
            </a:r>
            <a:r>
              <a:rPr lang="es-AR" sz="5400" dirty="0" err="1"/>
              <a:t>the</a:t>
            </a:r>
            <a:r>
              <a:rPr lang="es-AR" sz="5400" dirty="0"/>
              <a:t> </a:t>
            </a:r>
            <a:r>
              <a:rPr lang="es-AR" sz="5400" dirty="0" err="1"/>
              <a:t>code</a:t>
            </a:r>
            <a:r>
              <a:rPr lang="es-AR" sz="5400" dirty="0"/>
              <a:t>?</a:t>
            </a:r>
            <a:endParaRPr lang="en-US" sz="54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8637DD2-0E74-485D-838D-0DC5FE6EF1CF}"/>
              </a:ext>
            </a:extLst>
          </p:cNvPr>
          <p:cNvSpPr txBox="1"/>
          <p:nvPr/>
        </p:nvSpPr>
        <p:spPr>
          <a:xfrm>
            <a:off x="1495168" y="1247737"/>
            <a:ext cx="9020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err="1">
                <a:solidFill>
                  <a:schemeClr val="bg1"/>
                </a:solidFill>
              </a:rPr>
              <a:t>Think</a:t>
            </a:r>
            <a:r>
              <a:rPr lang="es-AR" sz="2400" dirty="0">
                <a:solidFill>
                  <a:schemeClr val="bg1"/>
                </a:solidFill>
              </a:rPr>
              <a:t> </a:t>
            </a:r>
            <a:r>
              <a:rPr lang="es-AR" sz="2400" dirty="0" err="1">
                <a:solidFill>
                  <a:schemeClr val="bg1"/>
                </a:solidFill>
              </a:rPr>
              <a:t>of</a:t>
            </a:r>
            <a:r>
              <a:rPr lang="es-AR" sz="2400" dirty="0">
                <a:solidFill>
                  <a:schemeClr val="bg1"/>
                </a:solidFill>
              </a:rPr>
              <a:t> a </a:t>
            </a:r>
            <a:r>
              <a:rPr lang="es-AR" sz="2400" dirty="0" err="1">
                <a:solidFill>
                  <a:schemeClr val="bg1"/>
                </a:solidFill>
              </a:rPr>
              <a:t>player</a:t>
            </a:r>
            <a:r>
              <a:rPr lang="es-AR" sz="2400" dirty="0">
                <a:solidFill>
                  <a:schemeClr val="bg1"/>
                </a:solidFill>
              </a:rPr>
              <a:t> </a:t>
            </a:r>
            <a:r>
              <a:rPr lang="es-AR" sz="2400" dirty="0" err="1">
                <a:solidFill>
                  <a:schemeClr val="bg1"/>
                </a:solidFill>
              </a:rPr>
              <a:t>going</a:t>
            </a:r>
            <a:r>
              <a:rPr lang="es-AR" sz="2400" dirty="0">
                <a:solidFill>
                  <a:schemeClr val="bg1"/>
                </a:solidFill>
              </a:rPr>
              <a:t> </a:t>
            </a:r>
            <a:r>
              <a:rPr lang="es-AR" sz="2400" dirty="0" err="1">
                <a:solidFill>
                  <a:schemeClr val="bg1"/>
                </a:solidFill>
              </a:rPr>
              <a:t>through</a:t>
            </a:r>
            <a:r>
              <a:rPr lang="es-AR" sz="2400" dirty="0">
                <a:solidFill>
                  <a:schemeClr val="bg1"/>
                </a:solidFill>
              </a:rPr>
              <a:t> a </a:t>
            </a:r>
            <a:r>
              <a:rPr lang="es-AR" sz="2400" dirty="0" err="1">
                <a:solidFill>
                  <a:schemeClr val="bg1"/>
                </a:solidFill>
              </a:rPr>
              <a:t>board</a:t>
            </a:r>
            <a:r>
              <a:rPr lang="es-AR" sz="2400" dirty="0">
                <a:solidFill>
                  <a:schemeClr val="bg1"/>
                </a:solidFill>
              </a:rPr>
              <a:t> in a </a:t>
            </a:r>
            <a:r>
              <a:rPr lang="es-AR" sz="2400" dirty="0" err="1">
                <a:solidFill>
                  <a:schemeClr val="bg1"/>
                </a:solidFill>
              </a:rPr>
              <a:t>board</a:t>
            </a:r>
            <a:r>
              <a:rPr lang="es-AR" sz="2400" dirty="0">
                <a:solidFill>
                  <a:schemeClr val="bg1"/>
                </a:solidFill>
              </a:rPr>
              <a:t> </a:t>
            </a:r>
            <a:r>
              <a:rPr lang="es-AR" sz="2400" dirty="0" err="1">
                <a:solidFill>
                  <a:schemeClr val="bg1"/>
                </a:solidFill>
              </a:rPr>
              <a:t>game</a:t>
            </a:r>
            <a:r>
              <a:rPr lang="es-AR" sz="2400" dirty="0">
                <a:solidFill>
                  <a:schemeClr val="bg1"/>
                </a:solidFill>
              </a:rPr>
              <a:t>…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4" name="Hexágono 3">
            <a:extLst>
              <a:ext uri="{FF2B5EF4-FFF2-40B4-BE49-F238E27FC236}">
                <a16:creationId xmlns:a16="http://schemas.microsoft.com/office/drawing/2014/main" id="{F5BBCA7F-A4D1-4720-87CD-A89F0FF60E21}"/>
              </a:ext>
            </a:extLst>
          </p:cNvPr>
          <p:cNvSpPr/>
          <p:nvPr/>
        </p:nvSpPr>
        <p:spPr>
          <a:xfrm>
            <a:off x="1766769" y="4318687"/>
            <a:ext cx="852863" cy="735227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Hexágono 4">
            <a:extLst>
              <a:ext uri="{FF2B5EF4-FFF2-40B4-BE49-F238E27FC236}">
                <a16:creationId xmlns:a16="http://schemas.microsoft.com/office/drawing/2014/main" id="{C94D2EAF-70F7-475F-BAF9-FD3E24C3916A}"/>
              </a:ext>
            </a:extLst>
          </p:cNvPr>
          <p:cNvSpPr/>
          <p:nvPr/>
        </p:nvSpPr>
        <p:spPr>
          <a:xfrm>
            <a:off x="2734715" y="4318686"/>
            <a:ext cx="852863" cy="735227"/>
          </a:xfrm>
          <a:prstGeom prst="hexagon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Hexágono 5">
            <a:extLst>
              <a:ext uri="{FF2B5EF4-FFF2-40B4-BE49-F238E27FC236}">
                <a16:creationId xmlns:a16="http://schemas.microsoft.com/office/drawing/2014/main" id="{F91DE00E-B3D7-48FC-A1D0-20C63FE8A22C}"/>
              </a:ext>
            </a:extLst>
          </p:cNvPr>
          <p:cNvSpPr/>
          <p:nvPr/>
        </p:nvSpPr>
        <p:spPr>
          <a:xfrm>
            <a:off x="3702661" y="4318685"/>
            <a:ext cx="852863" cy="735227"/>
          </a:xfrm>
          <a:prstGeom prst="hexagon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Hexágono 6">
            <a:extLst>
              <a:ext uri="{FF2B5EF4-FFF2-40B4-BE49-F238E27FC236}">
                <a16:creationId xmlns:a16="http://schemas.microsoft.com/office/drawing/2014/main" id="{1D497EE7-66C8-4E2C-9359-9D9D41B555CF}"/>
              </a:ext>
            </a:extLst>
          </p:cNvPr>
          <p:cNvSpPr/>
          <p:nvPr/>
        </p:nvSpPr>
        <p:spPr>
          <a:xfrm rot="20738650">
            <a:off x="4759165" y="4174523"/>
            <a:ext cx="852863" cy="735227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Hexágono 7">
            <a:extLst>
              <a:ext uri="{FF2B5EF4-FFF2-40B4-BE49-F238E27FC236}">
                <a16:creationId xmlns:a16="http://schemas.microsoft.com/office/drawing/2014/main" id="{7CE1D536-A4A9-4306-B637-CED6C1573774}"/>
              </a:ext>
            </a:extLst>
          </p:cNvPr>
          <p:cNvSpPr/>
          <p:nvPr/>
        </p:nvSpPr>
        <p:spPr>
          <a:xfrm rot="20283693">
            <a:off x="5706336" y="3764688"/>
            <a:ext cx="852863" cy="735227"/>
          </a:xfrm>
          <a:prstGeom prst="hexagon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Hexágono 8">
            <a:extLst>
              <a:ext uri="{FF2B5EF4-FFF2-40B4-BE49-F238E27FC236}">
                <a16:creationId xmlns:a16="http://schemas.microsoft.com/office/drawing/2014/main" id="{97EC5F74-9571-4BD9-A76A-6882D0A1ED1F}"/>
              </a:ext>
            </a:extLst>
          </p:cNvPr>
          <p:cNvSpPr/>
          <p:nvPr/>
        </p:nvSpPr>
        <p:spPr>
          <a:xfrm rot="20939590">
            <a:off x="6665664" y="3401157"/>
            <a:ext cx="852863" cy="735227"/>
          </a:xfrm>
          <a:prstGeom prst="hexagon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D2E86CE4-7388-45FF-9510-0870DDA1F09F}"/>
              </a:ext>
            </a:extLst>
          </p:cNvPr>
          <p:cNvGrpSpPr/>
          <p:nvPr/>
        </p:nvGrpSpPr>
        <p:grpSpPr>
          <a:xfrm rot="2194690">
            <a:off x="7693253" y="3597875"/>
            <a:ext cx="3112089" cy="1219115"/>
            <a:chOff x="8092301" y="3793132"/>
            <a:chExt cx="3112089" cy="1219115"/>
          </a:xfrm>
        </p:grpSpPr>
        <p:sp>
          <p:nvSpPr>
            <p:cNvPr id="10" name="Hexágono 9">
              <a:extLst>
                <a:ext uri="{FF2B5EF4-FFF2-40B4-BE49-F238E27FC236}">
                  <a16:creationId xmlns:a16="http://schemas.microsoft.com/office/drawing/2014/main" id="{0815E9CD-0450-4527-875B-EAA99E6EDB3C}"/>
                </a:ext>
              </a:extLst>
            </p:cNvPr>
            <p:cNvSpPr/>
            <p:nvPr/>
          </p:nvSpPr>
          <p:spPr>
            <a:xfrm rot="20738650">
              <a:off x="8092301" y="4277020"/>
              <a:ext cx="852863" cy="735227"/>
            </a:xfrm>
            <a:prstGeom prst="hexag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Hexágono 10">
              <a:extLst>
                <a:ext uri="{FF2B5EF4-FFF2-40B4-BE49-F238E27FC236}">
                  <a16:creationId xmlns:a16="http://schemas.microsoft.com/office/drawing/2014/main" id="{D4FD3D0E-D634-4FAE-8973-6CB386DA50E9}"/>
                </a:ext>
              </a:extLst>
            </p:cNvPr>
            <p:cNvSpPr/>
            <p:nvPr/>
          </p:nvSpPr>
          <p:spPr>
            <a:xfrm rot="21044560">
              <a:off x="9168668" y="3983495"/>
              <a:ext cx="852863" cy="735227"/>
            </a:xfrm>
            <a:prstGeom prst="hexagon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Hexágono 11">
              <a:extLst>
                <a:ext uri="{FF2B5EF4-FFF2-40B4-BE49-F238E27FC236}">
                  <a16:creationId xmlns:a16="http://schemas.microsoft.com/office/drawing/2014/main" id="{C45252B7-2761-4918-8A84-2A1DBAF5E02A}"/>
                </a:ext>
              </a:extLst>
            </p:cNvPr>
            <p:cNvSpPr/>
            <p:nvPr/>
          </p:nvSpPr>
          <p:spPr>
            <a:xfrm rot="20447204">
              <a:off x="10351527" y="3793132"/>
              <a:ext cx="852863" cy="735227"/>
            </a:xfrm>
            <a:prstGeom prst="hexagon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B5D03227-38CC-498A-AF1E-264D4EB44210}"/>
              </a:ext>
            </a:extLst>
          </p:cNvPr>
          <p:cNvGrpSpPr/>
          <p:nvPr/>
        </p:nvGrpSpPr>
        <p:grpSpPr>
          <a:xfrm rot="20382388">
            <a:off x="5228488" y="2530847"/>
            <a:ext cx="1332058" cy="1642965"/>
            <a:chOff x="2255520" y="2150004"/>
            <a:chExt cx="1332058" cy="1642965"/>
          </a:xfrm>
        </p:grpSpPr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FC191E44-21E8-47A4-90E7-78D80407FD45}"/>
                </a:ext>
              </a:extLst>
            </p:cNvPr>
            <p:cNvSpPr/>
            <p:nvPr/>
          </p:nvSpPr>
          <p:spPr>
            <a:xfrm>
              <a:off x="2622080" y="2522420"/>
              <a:ext cx="518332" cy="74483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aseline="-25000" dirty="0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C16E3172-DA02-4585-912A-80DC2026DE72}"/>
                </a:ext>
              </a:extLst>
            </p:cNvPr>
            <p:cNvSpPr/>
            <p:nvPr/>
          </p:nvSpPr>
          <p:spPr>
            <a:xfrm>
              <a:off x="2734715" y="2150871"/>
              <a:ext cx="321275" cy="46166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aseline="-25000" dirty="0"/>
            </a:p>
          </p:txBody>
        </p: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FB78C8CF-4966-4F35-A01A-24E4E58C40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59040" y="2552380"/>
              <a:ext cx="628538" cy="290435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C72E3668-6251-417C-9FCD-71E74CF3F6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55520" y="2612536"/>
              <a:ext cx="479195" cy="28230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91965718-0C17-4F92-9203-2EF8AC1287EA}"/>
                </a:ext>
              </a:extLst>
            </p:cNvPr>
            <p:cNvCxnSpPr>
              <a:cxnSpLocks/>
            </p:cNvCxnSpPr>
            <p:nvPr/>
          </p:nvCxnSpPr>
          <p:spPr>
            <a:xfrm>
              <a:off x="2959040" y="3065275"/>
              <a:ext cx="134904" cy="727694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22772642-A937-445B-ACDD-B73B351D4C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58515" y="3116395"/>
              <a:ext cx="152400" cy="676574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Cara sonriente 27">
              <a:extLst>
                <a:ext uri="{FF2B5EF4-FFF2-40B4-BE49-F238E27FC236}">
                  <a16:creationId xmlns:a16="http://schemas.microsoft.com/office/drawing/2014/main" id="{319D7EC4-F663-4951-A850-B49B3D731287}"/>
                </a:ext>
              </a:extLst>
            </p:cNvPr>
            <p:cNvSpPr/>
            <p:nvPr/>
          </p:nvSpPr>
          <p:spPr>
            <a:xfrm>
              <a:off x="2734715" y="2150004"/>
              <a:ext cx="321275" cy="461665"/>
            </a:xfrm>
            <a:prstGeom prst="smileyFace">
              <a:avLst>
                <a:gd name="adj" fmla="val 465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580214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C1456E-EDB2-4BBB-8615-5B992FC54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1478570"/>
          </a:xfrm>
        </p:spPr>
        <p:txBody>
          <a:bodyPr>
            <a:normAutofit fontScale="90000"/>
          </a:bodyPr>
          <a:lstStyle/>
          <a:p>
            <a:pPr algn="ctr"/>
            <a:r>
              <a:rPr lang="es-AR" sz="5400" dirty="0" err="1"/>
              <a:t>What</a:t>
            </a:r>
            <a:r>
              <a:rPr lang="es-AR" sz="5400" dirty="0"/>
              <a:t> </a:t>
            </a:r>
            <a:r>
              <a:rPr lang="es-AR" sz="5400" dirty="0" err="1"/>
              <a:t>is</a:t>
            </a:r>
            <a:r>
              <a:rPr lang="es-AR" sz="5400" dirty="0"/>
              <a:t> </a:t>
            </a:r>
            <a:r>
              <a:rPr lang="es-AR" sz="5400" dirty="0" err="1"/>
              <a:t>the</a:t>
            </a:r>
            <a:r>
              <a:rPr lang="es-AR" sz="5400" dirty="0"/>
              <a:t> </a:t>
            </a:r>
            <a:r>
              <a:rPr lang="es-AR" sz="5400" b="1" dirty="0">
                <a:solidFill>
                  <a:srgbClr val="7030A0"/>
                </a:solidFill>
              </a:rPr>
              <a:t>Flow</a:t>
            </a:r>
            <a:r>
              <a:rPr lang="es-AR" sz="5400" dirty="0"/>
              <a:t> </a:t>
            </a:r>
            <a:r>
              <a:rPr lang="es-AR" sz="5400" dirty="0" err="1"/>
              <a:t>of</a:t>
            </a:r>
            <a:r>
              <a:rPr lang="es-AR" sz="5400" dirty="0"/>
              <a:t> </a:t>
            </a:r>
            <a:r>
              <a:rPr lang="es-AR" sz="5400" dirty="0" err="1"/>
              <a:t>the</a:t>
            </a:r>
            <a:r>
              <a:rPr lang="es-AR" sz="5400" dirty="0"/>
              <a:t> </a:t>
            </a:r>
            <a:r>
              <a:rPr lang="es-AR" sz="5400" dirty="0" err="1"/>
              <a:t>code</a:t>
            </a:r>
            <a:r>
              <a:rPr lang="es-AR" sz="5400" dirty="0"/>
              <a:t>?</a:t>
            </a:r>
            <a:endParaRPr lang="en-US" sz="54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8637DD2-0E74-485D-838D-0DC5FE6EF1CF}"/>
              </a:ext>
            </a:extLst>
          </p:cNvPr>
          <p:cNvSpPr txBox="1"/>
          <p:nvPr/>
        </p:nvSpPr>
        <p:spPr>
          <a:xfrm>
            <a:off x="1495168" y="1247737"/>
            <a:ext cx="9020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err="1">
                <a:solidFill>
                  <a:schemeClr val="bg1"/>
                </a:solidFill>
              </a:rPr>
              <a:t>Think</a:t>
            </a:r>
            <a:r>
              <a:rPr lang="es-AR" sz="2400" dirty="0">
                <a:solidFill>
                  <a:schemeClr val="bg1"/>
                </a:solidFill>
              </a:rPr>
              <a:t> </a:t>
            </a:r>
            <a:r>
              <a:rPr lang="es-AR" sz="2400" dirty="0" err="1">
                <a:solidFill>
                  <a:schemeClr val="bg1"/>
                </a:solidFill>
              </a:rPr>
              <a:t>of</a:t>
            </a:r>
            <a:r>
              <a:rPr lang="es-AR" sz="2400" dirty="0">
                <a:solidFill>
                  <a:schemeClr val="bg1"/>
                </a:solidFill>
              </a:rPr>
              <a:t> a </a:t>
            </a:r>
            <a:r>
              <a:rPr lang="es-AR" sz="2400" dirty="0" err="1">
                <a:solidFill>
                  <a:schemeClr val="bg1"/>
                </a:solidFill>
              </a:rPr>
              <a:t>player</a:t>
            </a:r>
            <a:r>
              <a:rPr lang="es-AR" sz="2400" dirty="0">
                <a:solidFill>
                  <a:schemeClr val="bg1"/>
                </a:solidFill>
              </a:rPr>
              <a:t> </a:t>
            </a:r>
            <a:r>
              <a:rPr lang="es-AR" sz="2400" dirty="0" err="1">
                <a:solidFill>
                  <a:schemeClr val="bg1"/>
                </a:solidFill>
              </a:rPr>
              <a:t>going</a:t>
            </a:r>
            <a:r>
              <a:rPr lang="es-AR" sz="2400" dirty="0">
                <a:solidFill>
                  <a:schemeClr val="bg1"/>
                </a:solidFill>
              </a:rPr>
              <a:t> </a:t>
            </a:r>
            <a:r>
              <a:rPr lang="es-AR" sz="2400" dirty="0" err="1">
                <a:solidFill>
                  <a:schemeClr val="bg1"/>
                </a:solidFill>
              </a:rPr>
              <a:t>through</a:t>
            </a:r>
            <a:r>
              <a:rPr lang="es-AR" sz="2400" dirty="0">
                <a:solidFill>
                  <a:schemeClr val="bg1"/>
                </a:solidFill>
              </a:rPr>
              <a:t> a </a:t>
            </a:r>
            <a:r>
              <a:rPr lang="es-AR" sz="2400" dirty="0" err="1">
                <a:solidFill>
                  <a:schemeClr val="bg1"/>
                </a:solidFill>
              </a:rPr>
              <a:t>board</a:t>
            </a:r>
            <a:r>
              <a:rPr lang="es-AR" sz="2400" dirty="0">
                <a:solidFill>
                  <a:schemeClr val="bg1"/>
                </a:solidFill>
              </a:rPr>
              <a:t> in a </a:t>
            </a:r>
            <a:r>
              <a:rPr lang="es-AR" sz="2400" dirty="0" err="1">
                <a:solidFill>
                  <a:schemeClr val="bg1"/>
                </a:solidFill>
              </a:rPr>
              <a:t>board</a:t>
            </a:r>
            <a:r>
              <a:rPr lang="es-AR" sz="2400" dirty="0">
                <a:solidFill>
                  <a:schemeClr val="bg1"/>
                </a:solidFill>
              </a:rPr>
              <a:t> </a:t>
            </a:r>
            <a:r>
              <a:rPr lang="es-AR" sz="2400" dirty="0" err="1">
                <a:solidFill>
                  <a:schemeClr val="bg1"/>
                </a:solidFill>
              </a:rPr>
              <a:t>game</a:t>
            </a:r>
            <a:r>
              <a:rPr lang="es-AR" sz="2400" dirty="0">
                <a:solidFill>
                  <a:schemeClr val="bg1"/>
                </a:solidFill>
              </a:rPr>
              <a:t>…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4" name="Hexágono 3">
            <a:extLst>
              <a:ext uri="{FF2B5EF4-FFF2-40B4-BE49-F238E27FC236}">
                <a16:creationId xmlns:a16="http://schemas.microsoft.com/office/drawing/2014/main" id="{F5BBCA7F-A4D1-4720-87CD-A89F0FF60E21}"/>
              </a:ext>
            </a:extLst>
          </p:cNvPr>
          <p:cNvSpPr/>
          <p:nvPr/>
        </p:nvSpPr>
        <p:spPr>
          <a:xfrm>
            <a:off x="1766769" y="4318687"/>
            <a:ext cx="852863" cy="735227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Hexágono 4">
            <a:extLst>
              <a:ext uri="{FF2B5EF4-FFF2-40B4-BE49-F238E27FC236}">
                <a16:creationId xmlns:a16="http://schemas.microsoft.com/office/drawing/2014/main" id="{C94D2EAF-70F7-475F-BAF9-FD3E24C3916A}"/>
              </a:ext>
            </a:extLst>
          </p:cNvPr>
          <p:cNvSpPr/>
          <p:nvPr/>
        </p:nvSpPr>
        <p:spPr>
          <a:xfrm>
            <a:off x="2734715" y="4318686"/>
            <a:ext cx="852863" cy="735227"/>
          </a:xfrm>
          <a:prstGeom prst="hexagon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Hexágono 5">
            <a:extLst>
              <a:ext uri="{FF2B5EF4-FFF2-40B4-BE49-F238E27FC236}">
                <a16:creationId xmlns:a16="http://schemas.microsoft.com/office/drawing/2014/main" id="{F91DE00E-B3D7-48FC-A1D0-20C63FE8A22C}"/>
              </a:ext>
            </a:extLst>
          </p:cNvPr>
          <p:cNvSpPr/>
          <p:nvPr/>
        </p:nvSpPr>
        <p:spPr>
          <a:xfrm>
            <a:off x="3702661" y="4318685"/>
            <a:ext cx="852863" cy="735227"/>
          </a:xfrm>
          <a:prstGeom prst="hexagon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Hexágono 6">
            <a:extLst>
              <a:ext uri="{FF2B5EF4-FFF2-40B4-BE49-F238E27FC236}">
                <a16:creationId xmlns:a16="http://schemas.microsoft.com/office/drawing/2014/main" id="{1D497EE7-66C8-4E2C-9359-9D9D41B555CF}"/>
              </a:ext>
            </a:extLst>
          </p:cNvPr>
          <p:cNvSpPr/>
          <p:nvPr/>
        </p:nvSpPr>
        <p:spPr>
          <a:xfrm rot="20738650">
            <a:off x="4759165" y="4174523"/>
            <a:ext cx="852863" cy="735227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Hexágono 7">
            <a:extLst>
              <a:ext uri="{FF2B5EF4-FFF2-40B4-BE49-F238E27FC236}">
                <a16:creationId xmlns:a16="http://schemas.microsoft.com/office/drawing/2014/main" id="{7CE1D536-A4A9-4306-B637-CED6C1573774}"/>
              </a:ext>
            </a:extLst>
          </p:cNvPr>
          <p:cNvSpPr/>
          <p:nvPr/>
        </p:nvSpPr>
        <p:spPr>
          <a:xfrm rot="20283693">
            <a:off x="5706336" y="3764688"/>
            <a:ext cx="852863" cy="735227"/>
          </a:xfrm>
          <a:prstGeom prst="hexagon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Hexágono 8">
            <a:extLst>
              <a:ext uri="{FF2B5EF4-FFF2-40B4-BE49-F238E27FC236}">
                <a16:creationId xmlns:a16="http://schemas.microsoft.com/office/drawing/2014/main" id="{97EC5F74-9571-4BD9-A76A-6882D0A1ED1F}"/>
              </a:ext>
            </a:extLst>
          </p:cNvPr>
          <p:cNvSpPr/>
          <p:nvPr/>
        </p:nvSpPr>
        <p:spPr>
          <a:xfrm rot="20939590">
            <a:off x="6665664" y="3401157"/>
            <a:ext cx="852863" cy="735227"/>
          </a:xfrm>
          <a:prstGeom prst="hexagon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D2E86CE4-7388-45FF-9510-0870DDA1F09F}"/>
              </a:ext>
            </a:extLst>
          </p:cNvPr>
          <p:cNvGrpSpPr/>
          <p:nvPr/>
        </p:nvGrpSpPr>
        <p:grpSpPr>
          <a:xfrm rot="2194690">
            <a:off x="7693253" y="3597875"/>
            <a:ext cx="3112089" cy="1219115"/>
            <a:chOff x="8092301" y="3793132"/>
            <a:chExt cx="3112089" cy="1219115"/>
          </a:xfrm>
        </p:grpSpPr>
        <p:sp>
          <p:nvSpPr>
            <p:cNvPr id="10" name="Hexágono 9">
              <a:extLst>
                <a:ext uri="{FF2B5EF4-FFF2-40B4-BE49-F238E27FC236}">
                  <a16:creationId xmlns:a16="http://schemas.microsoft.com/office/drawing/2014/main" id="{0815E9CD-0450-4527-875B-EAA99E6EDB3C}"/>
                </a:ext>
              </a:extLst>
            </p:cNvPr>
            <p:cNvSpPr/>
            <p:nvPr/>
          </p:nvSpPr>
          <p:spPr>
            <a:xfrm rot="20738650">
              <a:off x="8092301" y="4277020"/>
              <a:ext cx="852863" cy="735227"/>
            </a:xfrm>
            <a:prstGeom prst="hexag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Hexágono 10">
              <a:extLst>
                <a:ext uri="{FF2B5EF4-FFF2-40B4-BE49-F238E27FC236}">
                  <a16:creationId xmlns:a16="http://schemas.microsoft.com/office/drawing/2014/main" id="{D4FD3D0E-D634-4FAE-8973-6CB386DA50E9}"/>
                </a:ext>
              </a:extLst>
            </p:cNvPr>
            <p:cNvSpPr/>
            <p:nvPr/>
          </p:nvSpPr>
          <p:spPr>
            <a:xfrm rot="21044560">
              <a:off x="9168668" y="3983495"/>
              <a:ext cx="852863" cy="735227"/>
            </a:xfrm>
            <a:prstGeom prst="hexagon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Hexágono 11">
              <a:extLst>
                <a:ext uri="{FF2B5EF4-FFF2-40B4-BE49-F238E27FC236}">
                  <a16:creationId xmlns:a16="http://schemas.microsoft.com/office/drawing/2014/main" id="{C45252B7-2761-4918-8A84-2A1DBAF5E02A}"/>
                </a:ext>
              </a:extLst>
            </p:cNvPr>
            <p:cNvSpPr/>
            <p:nvPr/>
          </p:nvSpPr>
          <p:spPr>
            <a:xfrm rot="20447204">
              <a:off x="10351527" y="3793132"/>
              <a:ext cx="852863" cy="735227"/>
            </a:xfrm>
            <a:prstGeom prst="hexagon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B5D03227-38CC-498A-AF1E-264D4EB44210}"/>
              </a:ext>
            </a:extLst>
          </p:cNvPr>
          <p:cNvGrpSpPr/>
          <p:nvPr/>
        </p:nvGrpSpPr>
        <p:grpSpPr>
          <a:xfrm rot="21369053">
            <a:off x="6414905" y="2174667"/>
            <a:ext cx="1332058" cy="1642965"/>
            <a:chOff x="2255520" y="2150004"/>
            <a:chExt cx="1332058" cy="1642965"/>
          </a:xfrm>
        </p:grpSpPr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FC191E44-21E8-47A4-90E7-78D80407FD45}"/>
                </a:ext>
              </a:extLst>
            </p:cNvPr>
            <p:cNvSpPr/>
            <p:nvPr/>
          </p:nvSpPr>
          <p:spPr>
            <a:xfrm>
              <a:off x="2622080" y="2522420"/>
              <a:ext cx="518332" cy="74483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aseline="-25000" dirty="0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C16E3172-DA02-4585-912A-80DC2026DE72}"/>
                </a:ext>
              </a:extLst>
            </p:cNvPr>
            <p:cNvSpPr/>
            <p:nvPr/>
          </p:nvSpPr>
          <p:spPr>
            <a:xfrm>
              <a:off x="2734715" y="2150871"/>
              <a:ext cx="321275" cy="46166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aseline="-25000" dirty="0"/>
            </a:p>
          </p:txBody>
        </p: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FB78C8CF-4966-4F35-A01A-24E4E58C40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59040" y="2552380"/>
              <a:ext cx="628538" cy="290435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C72E3668-6251-417C-9FCD-71E74CF3F6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55520" y="2612536"/>
              <a:ext cx="479195" cy="28230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91965718-0C17-4F92-9203-2EF8AC1287EA}"/>
                </a:ext>
              </a:extLst>
            </p:cNvPr>
            <p:cNvCxnSpPr>
              <a:cxnSpLocks/>
            </p:cNvCxnSpPr>
            <p:nvPr/>
          </p:nvCxnSpPr>
          <p:spPr>
            <a:xfrm>
              <a:off x="2959040" y="3065275"/>
              <a:ext cx="134904" cy="727694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22772642-A937-445B-ACDD-B73B351D4C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58515" y="3116395"/>
              <a:ext cx="152400" cy="676574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Cara sonriente 27">
              <a:extLst>
                <a:ext uri="{FF2B5EF4-FFF2-40B4-BE49-F238E27FC236}">
                  <a16:creationId xmlns:a16="http://schemas.microsoft.com/office/drawing/2014/main" id="{319D7EC4-F663-4951-A850-B49B3D731287}"/>
                </a:ext>
              </a:extLst>
            </p:cNvPr>
            <p:cNvSpPr/>
            <p:nvPr/>
          </p:nvSpPr>
          <p:spPr>
            <a:xfrm>
              <a:off x="2734715" y="2150004"/>
              <a:ext cx="321275" cy="461665"/>
            </a:xfrm>
            <a:prstGeom prst="smileyFace">
              <a:avLst>
                <a:gd name="adj" fmla="val 465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10832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C1456E-EDB2-4BBB-8615-5B992FC54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1478570"/>
          </a:xfrm>
        </p:spPr>
        <p:txBody>
          <a:bodyPr>
            <a:normAutofit fontScale="90000"/>
          </a:bodyPr>
          <a:lstStyle/>
          <a:p>
            <a:pPr algn="ctr"/>
            <a:r>
              <a:rPr lang="es-AR" sz="5400" dirty="0" err="1"/>
              <a:t>What</a:t>
            </a:r>
            <a:r>
              <a:rPr lang="es-AR" sz="5400" dirty="0"/>
              <a:t> </a:t>
            </a:r>
            <a:r>
              <a:rPr lang="es-AR" sz="5400" dirty="0" err="1"/>
              <a:t>is</a:t>
            </a:r>
            <a:r>
              <a:rPr lang="es-AR" sz="5400" dirty="0"/>
              <a:t> </a:t>
            </a:r>
            <a:r>
              <a:rPr lang="es-AR" sz="5400" dirty="0" err="1"/>
              <a:t>the</a:t>
            </a:r>
            <a:r>
              <a:rPr lang="es-AR" sz="5400" dirty="0"/>
              <a:t> </a:t>
            </a:r>
            <a:r>
              <a:rPr lang="es-AR" sz="5400" b="1" dirty="0">
                <a:solidFill>
                  <a:srgbClr val="7030A0"/>
                </a:solidFill>
              </a:rPr>
              <a:t>Flow</a:t>
            </a:r>
            <a:r>
              <a:rPr lang="es-AR" sz="5400" dirty="0"/>
              <a:t> </a:t>
            </a:r>
            <a:r>
              <a:rPr lang="es-AR" sz="5400" dirty="0" err="1"/>
              <a:t>of</a:t>
            </a:r>
            <a:r>
              <a:rPr lang="es-AR" sz="5400" dirty="0"/>
              <a:t> </a:t>
            </a:r>
            <a:r>
              <a:rPr lang="es-AR" sz="5400" dirty="0" err="1"/>
              <a:t>the</a:t>
            </a:r>
            <a:r>
              <a:rPr lang="es-AR" sz="5400" dirty="0"/>
              <a:t> </a:t>
            </a:r>
            <a:r>
              <a:rPr lang="es-AR" sz="5400" dirty="0" err="1"/>
              <a:t>code</a:t>
            </a:r>
            <a:r>
              <a:rPr lang="es-AR" sz="5400" dirty="0"/>
              <a:t>?</a:t>
            </a:r>
            <a:endParaRPr lang="en-US" sz="54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8637DD2-0E74-485D-838D-0DC5FE6EF1CF}"/>
              </a:ext>
            </a:extLst>
          </p:cNvPr>
          <p:cNvSpPr txBox="1"/>
          <p:nvPr/>
        </p:nvSpPr>
        <p:spPr>
          <a:xfrm>
            <a:off x="1495168" y="1247737"/>
            <a:ext cx="9020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err="1">
                <a:solidFill>
                  <a:schemeClr val="bg1"/>
                </a:solidFill>
              </a:rPr>
              <a:t>Think</a:t>
            </a:r>
            <a:r>
              <a:rPr lang="es-AR" sz="2400" dirty="0">
                <a:solidFill>
                  <a:schemeClr val="bg1"/>
                </a:solidFill>
              </a:rPr>
              <a:t> </a:t>
            </a:r>
            <a:r>
              <a:rPr lang="es-AR" sz="2400" dirty="0" err="1">
                <a:solidFill>
                  <a:schemeClr val="bg1"/>
                </a:solidFill>
              </a:rPr>
              <a:t>of</a:t>
            </a:r>
            <a:r>
              <a:rPr lang="es-AR" sz="2400" dirty="0">
                <a:solidFill>
                  <a:schemeClr val="bg1"/>
                </a:solidFill>
              </a:rPr>
              <a:t> a </a:t>
            </a:r>
            <a:r>
              <a:rPr lang="es-AR" sz="2400" dirty="0" err="1">
                <a:solidFill>
                  <a:schemeClr val="bg1"/>
                </a:solidFill>
              </a:rPr>
              <a:t>player</a:t>
            </a:r>
            <a:r>
              <a:rPr lang="es-AR" sz="2400" dirty="0">
                <a:solidFill>
                  <a:schemeClr val="bg1"/>
                </a:solidFill>
              </a:rPr>
              <a:t> </a:t>
            </a:r>
            <a:r>
              <a:rPr lang="es-AR" sz="2400" dirty="0" err="1">
                <a:solidFill>
                  <a:schemeClr val="bg1"/>
                </a:solidFill>
              </a:rPr>
              <a:t>going</a:t>
            </a:r>
            <a:r>
              <a:rPr lang="es-AR" sz="2400" dirty="0">
                <a:solidFill>
                  <a:schemeClr val="bg1"/>
                </a:solidFill>
              </a:rPr>
              <a:t> </a:t>
            </a:r>
            <a:r>
              <a:rPr lang="es-AR" sz="2400" dirty="0" err="1">
                <a:solidFill>
                  <a:schemeClr val="bg1"/>
                </a:solidFill>
              </a:rPr>
              <a:t>through</a:t>
            </a:r>
            <a:r>
              <a:rPr lang="es-AR" sz="2400" dirty="0">
                <a:solidFill>
                  <a:schemeClr val="bg1"/>
                </a:solidFill>
              </a:rPr>
              <a:t> a </a:t>
            </a:r>
            <a:r>
              <a:rPr lang="es-AR" sz="2400" dirty="0" err="1">
                <a:solidFill>
                  <a:schemeClr val="bg1"/>
                </a:solidFill>
              </a:rPr>
              <a:t>board</a:t>
            </a:r>
            <a:r>
              <a:rPr lang="es-AR" sz="2400" dirty="0">
                <a:solidFill>
                  <a:schemeClr val="bg1"/>
                </a:solidFill>
              </a:rPr>
              <a:t> in a </a:t>
            </a:r>
            <a:r>
              <a:rPr lang="es-AR" sz="2400" dirty="0" err="1">
                <a:solidFill>
                  <a:schemeClr val="bg1"/>
                </a:solidFill>
              </a:rPr>
              <a:t>board</a:t>
            </a:r>
            <a:r>
              <a:rPr lang="es-AR" sz="2400" dirty="0">
                <a:solidFill>
                  <a:schemeClr val="bg1"/>
                </a:solidFill>
              </a:rPr>
              <a:t> </a:t>
            </a:r>
            <a:r>
              <a:rPr lang="es-AR" sz="2400" dirty="0" err="1">
                <a:solidFill>
                  <a:schemeClr val="bg1"/>
                </a:solidFill>
              </a:rPr>
              <a:t>game</a:t>
            </a:r>
            <a:r>
              <a:rPr lang="es-AR" sz="2400" dirty="0">
                <a:solidFill>
                  <a:schemeClr val="bg1"/>
                </a:solidFill>
              </a:rPr>
              <a:t>…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4" name="Hexágono 3">
            <a:extLst>
              <a:ext uri="{FF2B5EF4-FFF2-40B4-BE49-F238E27FC236}">
                <a16:creationId xmlns:a16="http://schemas.microsoft.com/office/drawing/2014/main" id="{F5BBCA7F-A4D1-4720-87CD-A89F0FF60E21}"/>
              </a:ext>
            </a:extLst>
          </p:cNvPr>
          <p:cNvSpPr/>
          <p:nvPr/>
        </p:nvSpPr>
        <p:spPr>
          <a:xfrm>
            <a:off x="1766769" y="4318687"/>
            <a:ext cx="852863" cy="735227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Hexágono 4">
            <a:extLst>
              <a:ext uri="{FF2B5EF4-FFF2-40B4-BE49-F238E27FC236}">
                <a16:creationId xmlns:a16="http://schemas.microsoft.com/office/drawing/2014/main" id="{C94D2EAF-70F7-475F-BAF9-FD3E24C3916A}"/>
              </a:ext>
            </a:extLst>
          </p:cNvPr>
          <p:cNvSpPr/>
          <p:nvPr/>
        </p:nvSpPr>
        <p:spPr>
          <a:xfrm>
            <a:off x="2734715" y="4318686"/>
            <a:ext cx="852863" cy="735227"/>
          </a:xfrm>
          <a:prstGeom prst="hexagon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Hexágono 5">
            <a:extLst>
              <a:ext uri="{FF2B5EF4-FFF2-40B4-BE49-F238E27FC236}">
                <a16:creationId xmlns:a16="http://schemas.microsoft.com/office/drawing/2014/main" id="{F91DE00E-B3D7-48FC-A1D0-20C63FE8A22C}"/>
              </a:ext>
            </a:extLst>
          </p:cNvPr>
          <p:cNvSpPr/>
          <p:nvPr/>
        </p:nvSpPr>
        <p:spPr>
          <a:xfrm>
            <a:off x="3702661" y="4318685"/>
            <a:ext cx="852863" cy="735227"/>
          </a:xfrm>
          <a:prstGeom prst="hexagon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Hexágono 6">
            <a:extLst>
              <a:ext uri="{FF2B5EF4-FFF2-40B4-BE49-F238E27FC236}">
                <a16:creationId xmlns:a16="http://schemas.microsoft.com/office/drawing/2014/main" id="{1D497EE7-66C8-4E2C-9359-9D9D41B555CF}"/>
              </a:ext>
            </a:extLst>
          </p:cNvPr>
          <p:cNvSpPr/>
          <p:nvPr/>
        </p:nvSpPr>
        <p:spPr>
          <a:xfrm rot="20738650">
            <a:off x="4759165" y="4174523"/>
            <a:ext cx="852863" cy="735227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Hexágono 7">
            <a:extLst>
              <a:ext uri="{FF2B5EF4-FFF2-40B4-BE49-F238E27FC236}">
                <a16:creationId xmlns:a16="http://schemas.microsoft.com/office/drawing/2014/main" id="{7CE1D536-A4A9-4306-B637-CED6C1573774}"/>
              </a:ext>
            </a:extLst>
          </p:cNvPr>
          <p:cNvSpPr/>
          <p:nvPr/>
        </p:nvSpPr>
        <p:spPr>
          <a:xfrm rot="20283693">
            <a:off x="5706336" y="3764688"/>
            <a:ext cx="852863" cy="735227"/>
          </a:xfrm>
          <a:prstGeom prst="hexagon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Hexágono 8">
            <a:extLst>
              <a:ext uri="{FF2B5EF4-FFF2-40B4-BE49-F238E27FC236}">
                <a16:creationId xmlns:a16="http://schemas.microsoft.com/office/drawing/2014/main" id="{97EC5F74-9571-4BD9-A76A-6882D0A1ED1F}"/>
              </a:ext>
            </a:extLst>
          </p:cNvPr>
          <p:cNvSpPr/>
          <p:nvPr/>
        </p:nvSpPr>
        <p:spPr>
          <a:xfrm rot="20939590">
            <a:off x="6665664" y="3401157"/>
            <a:ext cx="852863" cy="735227"/>
          </a:xfrm>
          <a:prstGeom prst="hexagon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D2E86CE4-7388-45FF-9510-0870DDA1F09F}"/>
              </a:ext>
            </a:extLst>
          </p:cNvPr>
          <p:cNvGrpSpPr/>
          <p:nvPr/>
        </p:nvGrpSpPr>
        <p:grpSpPr>
          <a:xfrm rot="2194690">
            <a:off x="7693253" y="3597875"/>
            <a:ext cx="3112089" cy="1219115"/>
            <a:chOff x="8092301" y="3793132"/>
            <a:chExt cx="3112089" cy="1219115"/>
          </a:xfrm>
        </p:grpSpPr>
        <p:sp>
          <p:nvSpPr>
            <p:cNvPr id="10" name="Hexágono 9">
              <a:extLst>
                <a:ext uri="{FF2B5EF4-FFF2-40B4-BE49-F238E27FC236}">
                  <a16:creationId xmlns:a16="http://schemas.microsoft.com/office/drawing/2014/main" id="{0815E9CD-0450-4527-875B-EAA99E6EDB3C}"/>
                </a:ext>
              </a:extLst>
            </p:cNvPr>
            <p:cNvSpPr/>
            <p:nvPr/>
          </p:nvSpPr>
          <p:spPr>
            <a:xfrm rot="20738650">
              <a:off x="8092301" y="4277020"/>
              <a:ext cx="852863" cy="735227"/>
            </a:xfrm>
            <a:prstGeom prst="hexag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Hexágono 10">
              <a:extLst>
                <a:ext uri="{FF2B5EF4-FFF2-40B4-BE49-F238E27FC236}">
                  <a16:creationId xmlns:a16="http://schemas.microsoft.com/office/drawing/2014/main" id="{D4FD3D0E-D634-4FAE-8973-6CB386DA50E9}"/>
                </a:ext>
              </a:extLst>
            </p:cNvPr>
            <p:cNvSpPr/>
            <p:nvPr/>
          </p:nvSpPr>
          <p:spPr>
            <a:xfrm rot="21044560">
              <a:off x="9168668" y="3983495"/>
              <a:ext cx="852863" cy="735227"/>
            </a:xfrm>
            <a:prstGeom prst="hexagon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Hexágono 11">
              <a:extLst>
                <a:ext uri="{FF2B5EF4-FFF2-40B4-BE49-F238E27FC236}">
                  <a16:creationId xmlns:a16="http://schemas.microsoft.com/office/drawing/2014/main" id="{C45252B7-2761-4918-8A84-2A1DBAF5E02A}"/>
                </a:ext>
              </a:extLst>
            </p:cNvPr>
            <p:cNvSpPr/>
            <p:nvPr/>
          </p:nvSpPr>
          <p:spPr>
            <a:xfrm rot="20447204">
              <a:off x="10351527" y="3793132"/>
              <a:ext cx="852863" cy="735227"/>
            </a:xfrm>
            <a:prstGeom prst="hexagon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B5D03227-38CC-498A-AF1E-264D4EB44210}"/>
              </a:ext>
            </a:extLst>
          </p:cNvPr>
          <p:cNvGrpSpPr/>
          <p:nvPr/>
        </p:nvGrpSpPr>
        <p:grpSpPr>
          <a:xfrm rot="1259392">
            <a:off x="7864250" y="2221819"/>
            <a:ext cx="1332058" cy="1642965"/>
            <a:chOff x="2255520" y="2150004"/>
            <a:chExt cx="1332058" cy="1642965"/>
          </a:xfrm>
        </p:grpSpPr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FC191E44-21E8-47A4-90E7-78D80407FD45}"/>
                </a:ext>
              </a:extLst>
            </p:cNvPr>
            <p:cNvSpPr/>
            <p:nvPr/>
          </p:nvSpPr>
          <p:spPr>
            <a:xfrm>
              <a:off x="2622080" y="2522420"/>
              <a:ext cx="518332" cy="74483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aseline="-25000" dirty="0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C16E3172-DA02-4585-912A-80DC2026DE72}"/>
                </a:ext>
              </a:extLst>
            </p:cNvPr>
            <p:cNvSpPr/>
            <p:nvPr/>
          </p:nvSpPr>
          <p:spPr>
            <a:xfrm>
              <a:off x="2734715" y="2150871"/>
              <a:ext cx="321275" cy="46166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aseline="-25000" dirty="0"/>
            </a:p>
          </p:txBody>
        </p: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FB78C8CF-4966-4F35-A01A-24E4E58C40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59040" y="2552380"/>
              <a:ext cx="628538" cy="290435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C72E3668-6251-417C-9FCD-71E74CF3F6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55520" y="2612536"/>
              <a:ext cx="479195" cy="28230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91965718-0C17-4F92-9203-2EF8AC1287EA}"/>
                </a:ext>
              </a:extLst>
            </p:cNvPr>
            <p:cNvCxnSpPr>
              <a:cxnSpLocks/>
            </p:cNvCxnSpPr>
            <p:nvPr/>
          </p:nvCxnSpPr>
          <p:spPr>
            <a:xfrm>
              <a:off x="2959040" y="3065275"/>
              <a:ext cx="134904" cy="727694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22772642-A937-445B-ACDD-B73B351D4C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58515" y="3116395"/>
              <a:ext cx="152400" cy="676574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Cara sonriente 27">
              <a:extLst>
                <a:ext uri="{FF2B5EF4-FFF2-40B4-BE49-F238E27FC236}">
                  <a16:creationId xmlns:a16="http://schemas.microsoft.com/office/drawing/2014/main" id="{319D7EC4-F663-4951-A850-B49B3D731287}"/>
                </a:ext>
              </a:extLst>
            </p:cNvPr>
            <p:cNvSpPr/>
            <p:nvPr/>
          </p:nvSpPr>
          <p:spPr>
            <a:xfrm>
              <a:off x="2734715" y="2150004"/>
              <a:ext cx="321275" cy="461665"/>
            </a:xfrm>
            <a:prstGeom prst="smileyFace">
              <a:avLst>
                <a:gd name="adj" fmla="val 465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837593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C1456E-EDB2-4BBB-8615-5B992FC54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1478570"/>
          </a:xfrm>
        </p:spPr>
        <p:txBody>
          <a:bodyPr>
            <a:normAutofit fontScale="90000"/>
          </a:bodyPr>
          <a:lstStyle/>
          <a:p>
            <a:pPr algn="ctr"/>
            <a:r>
              <a:rPr lang="es-AR" sz="5400" dirty="0" err="1"/>
              <a:t>What</a:t>
            </a:r>
            <a:r>
              <a:rPr lang="es-AR" sz="5400" dirty="0"/>
              <a:t> </a:t>
            </a:r>
            <a:r>
              <a:rPr lang="es-AR" sz="5400" dirty="0" err="1"/>
              <a:t>is</a:t>
            </a:r>
            <a:r>
              <a:rPr lang="es-AR" sz="5400" dirty="0"/>
              <a:t> </a:t>
            </a:r>
            <a:r>
              <a:rPr lang="es-AR" sz="5400" dirty="0" err="1"/>
              <a:t>the</a:t>
            </a:r>
            <a:r>
              <a:rPr lang="es-AR" sz="5400" dirty="0"/>
              <a:t> </a:t>
            </a:r>
            <a:r>
              <a:rPr lang="es-AR" sz="5400" b="1" dirty="0">
                <a:solidFill>
                  <a:srgbClr val="7030A0"/>
                </a:solidFill>
              </a:rPr>
              <a:t>Flow</a:t>
            </a:r>
            <a:r>
              <a:rPr lang="es-AR" sz="5400" dirty="0"/>
              <a:t> </a:t>
            </a:r>
            <a:r>
              <a:rPr lang="es-AR" sz="5400" dirty="0" err="1"/>
              <a:t>of</a:t>
            </a:r>
            <a:r>
              <a:rPr lang="es-AR" sz="5400" dirty="0"/>
              <a:t> </a:t>
            </a:r>
            <a:r>
              <a:rPr lang="es-AR" sz="5400" dirty="0" err="1"/>
              <a:t>the</a:t>
            </a:r>
            <a:r>
              <a:rPr lang="es-AR" sz="5400" dirty="0"/>
              <a:t> </a:t>
            </a:r>
            <a:r>
              <a:rPr lang="es-AR" sz="5400" dirty="0" err="1"/>
              <a:t>code</a:t>
            </a:r>
            <a:r>
              <a:rPr lang="es-AR" sz="5400" dirty="0"/>
              <a:t>?</a:t>
            </a:r>
            <a:endParaRPr lang="en-US" sz="54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8637DD2-0E74-485D-838D-0DC5FE6EF1CF}"/>
              </a:ext>
            </a:extLst>
          </p:cNvPr>
          <p:cNvSpPr txBox="1"/>
          <p:nvPr/>
        </p:nvSpPr>
        <p:spPr>
          <a:xfrm>
            <a:off x="1495168" y="1247737"/>
            <a:ext cx="9020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err="1">
                <a:solidFill>
                  <a:schemeClr val="bg1"/>
                </a:solidFill>
              </a:rPr>
              <a:t>Think</a:t>
            </a:r>
            <a:r>
              <a:rPr lang="es-AR" sz="2400" dirty="0">
                <a:solidFill>
                  <a:schemeClr val="bg1"/>
                </a:solidFill>
              </a:rPr>
              <a:t> </a:t>
            </a:r>
            <a:r>
              <a:rPr lang="es-AR" sz="2400" dirty="0" err="1">
                <a:solidFill>
                  <a:schemeClr val="bg1"/>
                </a:solidFill>
              </a:rPr>
              <a:t>of</a:t>
            </a:r>
            <a:r>
              <a:rPr lang="es-AR" sz="2400" dirty="0">
                <a:solidFill>
                  <a:schemeClr val="bg1"/>
                </a:solidFill>
              </a:rPr>
              <a:t> a </a:t>
            </a:r>
            <a:r>
              <a:rPr lang="es-AR" sz="2400" dirty="0" err="1">
                <a:solidFill>
                  <a:schemeClr val="bg1"/>
                </a:solidFill>
              </a:rPr>
              <a:t>player</a:t>
            </a:r>
            <a:r>
              <a:rPr lang="es-AR" sz="2400" dirty="0">
                <a:solidFill>
                  <a:schemeClr val="bg1"/>
                </a:solidFill>
              </a:rPr>
              <a:t> </a:t>
            </a:r>
            <a:r>
              <a:rPr lang="es-AR" sz="2400" dirty="0" err="1">
                <a:solidFill>
                  <a:schemeClr val="bg1"/>
                </a:solidFill>
              </a:rPr>
              <a:t>going</a:t>
            </a:r>
            <a:r>
              <a:rPr lang="es-AR" sz="2400" dirty="0">
                <a:solidFill>
                  <a:schemeClr val="bg1"/>
                </a:solidFill>
              </a:rPr>
              <a:t> </a:t>
            </a:r>
            <a:r>
              <a:rPr lang="es-AR" sz="2400" dirty="0" err="1">
                <a:solidFill>
                  <a:schemeClr val="bg1"/>
                </a:solidFill>
              </a:rPr>
              <a:t>through</a:t>
            </a:r>
            <a:r>
              <a:rPr lang="es-AR" sz="2400" dirty="0">
                <a:solidFill>
                  <a:schemeClr val="bg1"/>
                </a:solidFill>
              </a:rPr>
              <a:t> a </a:t>
            </a:r>
            <a:r>
              <a:rPr lang="es-AR" sz="2400" dirty="0" err="1">
                <a:solidFill>
                  <a:schemeClr val="bg1"/>
                </a:solidFill>
              </a:rPr>
              <a:t>board</a:t>
            </a:r>
            <a:r>
              <a:rPr lang="es-AR" sz="2400" dirty="0">
                <a:solidFill>
                  <a:schemeClr val="bg1"/>
                </a:solidFill>
              </a:rPr>
              <a:t> in a </a:t>
            </a:r>
            <a:r>
              <a:rPr lang="es-AR" sz="2400" dirty="0" err="1">
                <a:solidFill>
                  <a:schemeClr val="bg1"/>
                </a:solidFill>
              </a:rPr>
              <a:t>board</a:t>
            </a:r>
            <a:r>
              <a:rPr lang="es-AR" sz="2400" dirty="0">
                <a:solidFill>
                  <a:schemeClr val="bg1"/>
                </a:solidFill>
              </a:rPr>
              <a:t> </a:t>
            </a:r>
            <a:r>
              <a:rPr lang="es-AR" sz="2400" dirty="0" err="1">
                <a:solidFill>
                  <a:schemeClr val="bg1"/>
                </a:solidFill>
              </a:rPr>
              <a:t>game</a:t>
            </a:r>
            <a:r>
              <a:rPr lang="es-AR" sz="2400" dirty="0">
                <a:solidFill>
                  <a:schemeClr val="bg1"/>
                </a:solidFill>
              </a:rPr>
              <a:t>…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4" name="Hexágono 3">
            <a:extLst>
              <a:ext uri="{FF2B5EF4-FFF2-40B4-BE49-F238E27FC236}">
                <a16:creationId xmlns:a16="http://schemas.microsoft.com/office/drawing/2014/main" id="{F5BBCA7F-A4D1-4720-87CD-A89F0FF60E21}"/>
              </a:ext>
            </a:extLst>
          </p:cNvPr>
          <p:cNvSpPr/>
          <p:nvPr/>
        </p:nvSpPr>
        <p:spPr>
          <a:xfrm>
            <a:off x="1766769" y="4318687"/>
            <a:ext cx="852863" cy="735227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Hexágono 4">
            <a:extLst>
              <a:ext uri="{FF2B5EF4-FFF2-40B4-BE49-F238E27FC236}">
                <a16:creationId xmlns:a16="http://schemas.microsoft.com/office/drawing/2014/main" id="{C94D2EAF-70F7-475F-BAF9-FD3E24C3916A}"/>
              </a:ext>
            </a:extLst>
          </p:cNvPr>
          <p:cNvSpPr/>
          <p:nvPr/>
        </p:nvSpPr>
        <p:spPr>
          <a:xfrm>
            <a:off x="2734715" y="4318686"/>
            <a:ext cx="852863" cy="735227"/>
          </a:xfrm>
          <a:prstGeom prst="hexagon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Hexágono 5">
            <a:extLst>
              <a:ext uri="{FF2B5EF4-FFF2-40B4-BE49-F238E27FC236}">
                <a16:creationId xmlns:a16="http://schemas.microsoft.com/office/drawing/2014/main" id="{F91DE00E-B3D7-48FC-A1D0-20C63FE8A22C}"/>
              </a:ext>
            </a:extLst>
          </p:cNvPr>
          <p:cNvSpPr/>
          <p:nvPr/>
        </p:nvSpPr>
        <p:spPr>
          <a:xfrm>
            <a:off x="3702661" y="4318685"/>
            <a:ext cx="852863" cy="735227"/>
          </a:xfrm>
          <a:prstGeom prst="hexagon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Hexágono 6">
            <a:extLst>
              <a:ext uri="{FF2B5EF4-FFF2-40B4-BE49-F238E27FC236}">
                <a16:creationId xmlns:a16="http://schemas.microsoft.com/office/drawing/2014/main" id="{1D497EE7-66C8-4E2C-9359-9D9D41B555CF}"/>
              </a:ext>
            </a:extLst>
          </p:cNvPr>
          <p:cNvSpPr/>
          <p:nvPr/>
        </p:nvSpPr>
        <p:spPr>
          <a:xfrm rot="20738650">
            <a:off x="4759165" y="4174523"/>
            <a:ext cx="852863" cy="735227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Hexágono 7">
            <a:extLst>
              <a:ext uri="{FF2B5EF4-FFF2-40B4-BE49-F238E27FC236}">
                <a16:creationId xmlns:a16="http://schemas.microsoft.com/office/drawing/2014/main" id="{7CE1D536-A4A9-4306-B637-CED6C1573774}"/>
              </a:ext>
            </a:extLst>
          </p:cNvPr>
          <p:cNvSpPr/>
          <p:nvPr/>
        </p:nvSpPr>
        <p:spPr>
          <a:xfrm rot="20283693">
            <a:off x="5706336" y="3764688"/>
            <a:ext cx="852863" cy="735227"/>
          </a:xfrm>
          <a:prstGeom prst="hexagon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Hexágono 8">
            <a:extLst>
              <a:ext uri="{FF2B5EF4-FFF2-40B4-BE49-F238E27FC236}">
                <a16:creationId xmlns:a16="http://schemas.microsoft.com/office/drawing/2014/main" id="{97EC5F74-9571-4BD9-A76A-6882D0A1ED1F}"/>
              </a:ext>
            </a:extLst>
          </p:cNvPr>
          <p:cNvSpPr/>
          <p:nvPr/>
        </p:nvSpPr>
        <p:spPr>
          <a:xfrm rot="20939590">
            <a:off x="6665664" y="3401157"/>
            <a:ext cx="852863" cy="735227"/>
          </a:xfrm>
          <a:prstGeom prst="hexagon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D2E86CE4-7388-45FF-9510-0870DDA1F09F}"/>
              </a:ext>
            </a:extLst>
          </p:cNvPr>
          <p:cNvGrpSpPr/>
          <p:nvPr/>
        </p:nvGrpSpPr>
        <p:grpSpPr>
          <a:xfrm rot="2194690">
            <a:off x="7693253" y="3597875"/>
            <a:ext cx="3112089" cy="1219115"/>
            <a:chOff x="8092301" y="3793132"/>
            <a:chExt cx="3112089" cy="1219115"/>
          </a:xfrm>
        </p:grpSpPr>
        <p:sp>
          <p:nvSpPr>
            <p:cNvPr id="10" name="Hexágono 9">
              <a:extLst>
                <a:ext uri="{FF2B5EF4-FFF2-40B4-BE49-F238E27FC236}">
                  <a16:creationId xmlns:a16="http://schemas.microsoft.com/office/drawing/2014/main" id="{0815E9CD-0450-4527-875B-EAA99E6EDB3C}"/>
                </a:ext>
              </a:extLst>
            </p:cNvPr>
            <p:cNvSpPr/>
            <p:nvPr/>
          </p:nvSpPr>
          <p:spPr>
            <a:xfrm rot="20738650">
              <a:off x="8092301" y="4277020"/>
              <a:ext cx="852863" cy="735227"/>
            </a:xfrm>
            <a:prstGeom prst="hexag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Hexágono 10">
              <a:extLst>
                <a:ext uri="{FF2B5EF4-FFF2-40B4-BE49-F238E27FC236}">
                  <a16:creationId xmlns:a16="http://schemas.microsoft.com/office/drawing/2014/main" id="{D4FD3D0E-D634-4FAE-8973-6CB386DA50E9}"/>
                </a:ext>
              </a:extLst>
            </p:cNvPr>
            <p:cNvSpPr/>
            <p:nvPr/>
          </p:nvSpPr>
          <p:spPr>
            <a:xfrm rot="21044560">
              <a:off x="9168668" y="3983495"/>
              <a:ext cx="852863" cy="735227"/>
            </a:xfrm>
            <a:prstGeom prst="hexagon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Hexágono 11">
              <a:extLst>
                <a:ext uri="{FF2B5EF4-FFF2-40B4-BE49-F238E27FC236}">
                  <a16:creationId xmlns:a16="http://schemas.microsoft.com/office/drawing/2014/main" id="{C45252B7-2761-4918-8A84-2A1DBAF5E02A}"/>
                </a:ext>
              </a:extLst>
            </p:cNvPr>
            <p:cNvSpPr/>
            <p:nvPr/>
          </p:nvSpPr>
          <p:spPr>
            <a:xfrm rot="20447204">
              <a:off x="10351527" y="3793132"/>
              <a:ext cx="852863" cy="735227"/>
            </a:xfrm>
            <a:prstGeom prst="hexagon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B5D03227-38CC-498A-AF1E-264D4EB44210}"/>
              </a:ext>
            </a:extLst>
          </p:cNvPr>
          <p:cNvGrpSpPr/>
          <p:nvPr/>
        </p:nvGrpSpPr>
        <p:grpSpPr>
          <a:xfrm rot="1259392">
            <a:off x="8922335" y="2597985"/>
            <a:ext cx="1332058" cy="1642965"/>
            <a:chOff x="2255520" y="2150004"/>
            <a:chExt cx="1332058" cy="1642965"/>
          </a:xfrm>
        </p:grpSpPr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FC191E44-21E8-47A4-90E7-78D80407FD45}"/>
                </a:ext>
              </a:extLst>
            </p:cNvPr>
            <p:cNvSpPr/>
            <p:nvPr/>
          </p:nvSpPr>
          <p:spPr>
            <a:xfrm>
              <a:off x="2622080" y="2522420"/>
              <a:ext cx="518332" cy="74483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aseline="-25000" dirty="0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C16E3172-DA02-4585-912A-80DC2026DE72}"/>
                </a:ext>
              </a:extLst>
            </p:cNvPr>
            <p:cNvSpPr/>
            <p:nvPr/>
          </p:nvSpPr>
          <p:spPr>
            <a:xfrm>
              <a:off x="2734715" y="2150871"/>
              <a:ext cx="321275" cy="46166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aseline="-25000" dirty="0"/>
            </a:p>
          </p:txBody>
        </p: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FB78C8CF-4966-4F35-A01A-24E4E58C40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59040" y="2552380"/>
              <a:ext cx="628538" cy="290435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C72E3668-6251-417C-9FCD-71E74CF3F6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55520" y="2612536"/>
              <a:ext cx="479195" cy="28230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91965718-0C17-4F92-9203-2EF8AC1287EA}"/>
                </a:ext>
              </a:extLst>
            </p:cNvPr>
            <p:cNvCxnSpPr>
              <a:cxnSpLocks/>
            </p:cNvCxnSpPr>
            <p:nvPr/>
          </p:nvCxnSpPr>
          <p:spPr>
            <a:xfrm>
              <a:off x="2959040" y="3065275"/>
              <a:ext cx="134904" cy="727694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22772642-A937-445B-ACDD-B73B351D4C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58515" y="3116395"/>
              <a:ext cx="152400" cy="676574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Cara sonriente 27">
              <a:extLst>
                <a:ext uri="{FF2B5EF4-FFF2-40B4-BE49-F238E27FC236}">
                  <a16:creationId xmlns:a16="http://schemas.microsoft.com/office/drawing/2014/main" id="{319D7EC4-F663-4951-A850-B49B3D731287}"/>
                </a:ext>
              </a:extLst>
            </p:cNvPr>
            <p:cNvSpPr/>
            <p:nvPr/>
          </p:nvSpPr>
          <p:spPr>
            <a:xfrm>
              <a:off x="2734715" y="2150004"/>
              <a:ext cx="321275" cy="461665"/>
            </a:xfrm>
            <a:prstGeom prst="smileyFace">
              <a:avLst>
                <a:gd name="adj" fmla="val 465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142551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C1456E-EDB2-4BBB-8615-5B992FC54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1478570"/>
          </a:xfrm>
        </p:spPr>
        <p:txBody>
          <a:bodyPr>
            <a:normAutofit fontScale="90000"/>
          </a:bodyPr>
          <a:lstStyle/>
          <a:p>
            <a:pPr algn="ctr"/>
            <a:r>
              <a:rPr lang="es-AR" sz="5400" dirty="0" err="1"/>
              <a:t>What</a:t>
            </a:r>
            <a:r>
              <a:rPr lang="es-AR" sz="5400" dirty="0"/>
              <a:t> </a:t>
            </a:r>
            <a:r>
              <a:rPr lang="es-AR" sz="5400" dirty="0" err="1"/>
              <a:t>is</a:t>
            </a:r>
            <a:r>
              <a:rPr lang="es-AR" sz="5400" dirty="0"/>
              <a:t> </a:t>
            </a:r>
            <a:r>
              <a:rPr lang="es-AR" sz="5400" dirty="0" err="1"/>
              <a:t>the</a:t>
            </a:r>
            <a:r>
              <a:rPr lang="es-AR" sz="5400" dirty="0"/>
              <a:t> </a:t>
            </a:r>
            <a:r>
              <a:rPr lang="es-AR" sz="5400" b="1" dirty="0">
                <a:solidFill>
                  <a:srgbClr val="7030A0"/>
                </a:solidFill>
              </a:rPr>
              <a:t>Flow</a:t>
            </a:r>
            <a:r>
              <a:rPr lang="es-AR" sz="5400" dirty="0"/>
              <a:t> </a:t>
            </a:r>
            <a:r>
              <a:rPr lang="es-AR" sz="5400" dirty="0" err="1"/>
              <a:t>of</a:t>
            </a:r>
            <a:r>
              <a:rPr lang="es-AR" sz="5400" dirty="0"/>
              <a:t> </a:t>
            </a:r>
            <a:r>
              <a:rPr lang="es-AR" sz="5400" dirty="0" err="1"/>
              <a:t>the</a:t>
            </a:r>
            <a:r>
              <a:rPr lang="es-AR" sz="5400" dirty="0"/>
              <a:t> </a:t>
            </a:r>
            <a:r>
              <a:rPr lang="es-AR" sz="5400" dirty="0" err="1"/>
              <a:t>code</a:t>
            </a:r>
            <a:r>
              <a:rPr lang="es-AR" sz="5400" dirty="0"/>
              <a:t>?</a:t>
            </a:r>
            <a:endParaRPr lang="en-US" sz="54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8637DD2-0E74-485D-838D-0DC5FE6EF1CF}"/>
              </a:ext>
            </a:extLst>
          </p:cNvPr>
          <p:cNvSpPr txBox="1"/>
          <p:nvPr/>
        </p:nvSpPr>
        <p:spPr>
          <a:xfrm>
            <a:off x="1495168" y="1247737"/>
            <a:ext cx="9020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err="1">
                <a:solidFill>
                  <a:schemeClr val="bg1"/>
                </a:solidFill>
              </a:rPr>
              <a:t>Think</a:t>
            </a:r>
            <a:r>
              <a:rPr lang="es-AR" sz="2400" dirty="0">
                <a:solidFill>
                  <a:schemeClr val="bg1"/>
                </a:solidFill>
              </a:rPr>
              <a:t> </a:t>
            </a:r>
            <a:r>
              <a:rPr lang="es-AR" sz="2400" dirty="0" err="1">
                <a:solidFill>
                  <a:schemeClr val="bg1"/>
                </a:solidFill>
              </a:rPr>
              <a:t>of</a:t>
            </a:r>
            <a:r>
              <a:rPr lang="es-AR" sz="2400" dirty="0">
                <a:solidFill>
                  <a:schemeClr val="bg1"/>
                </a:solidFill>
              </a:rPr>
              <a:t> a </a:t>
            </a:r>
            <a:r>
              <a:rPr lang="es-AR" sz="2400" dirty="0" err="1">
                <a:solidFill>
                  <a:schemeClr val="bg1"/>
                </a:solidFill>
              </a:rPr>
              <a:t>player</a:t>
            </a:r>
            <a:r>
              <a:rPr lang="es-AR" sz="2400" dirty="0">
                <a:solidFill>
                  <a:schemeClr val="bg1"/>
                </a:solidFill>
              </a:rPr>
              <a:t> </a:t>
            </a:r>
            <a:r>
              <a:rPr lang="es-AR" sz="2400" dirty="0" err="1">
                <a:solidFill>
                  <a:schemeClr val="bg1"/>
                </a:solidFill>
              </a:rPr>
              <a:t>going</a:t>
            </a:r>
            <a:r>
              <a:rPr lang="es-AR" sz="2400" dirty="0">
                <a:solidFill>
                  <a:schemeClr val="bg1"/>
                </a:solidFill>
              </a:rPr>
              <a:t> </a:t>
            </a:r>
            <a:r>
              <a:rPr lang="es-AR" sz="2400" dirty="0" err="1">
                <a:solidFill>
                  <a:schemeClr val="bg1"/>
                </a:solidFill>
              </a:rPr>
              <a:t>through</a:t>
            </a:r>
            <a:r>
              <a:rPr lang="es-AR" sz="2400" dirty="0">
                <a:solidFill>
                  <a:schemeClr val="bg1"/>
                </a:solidFill>
              </a:rPr>
              <a:t> a </a:t>
            </a:r>
            <a:r>
              <a:rPr lang="es-AR" sz="2400" dirty="0" err="1">
                <a:solidFill>
                  <a:schemeClr val="bg1"/>
                </a:solidFill>
              </a:rPr>
              <a:t>board</a:t>
            </a:r>
            <a:r>
              <a:rPr lang="es-AR" sz="2400" dirty="0">
                <a:solidFill>
                  <a:schemeClr val="bg1"/>
                </a:solidFill>
              </a:rPr>
              <a:t> in a </a:t>
            </a:r>
            <a:r>
              <a:rPr lang="es-AR" sz="2400" dirty="0" err="1">
                <a:solidFill>
                  <a:schemeClr val="bg1"/>
                </a:solidFill>
              </a:rPr>
              <a:t>board</a:t>
            </a:r>
            <a:r>
              <a:rPr lang="es-AR" sz="2400" dirty="0">
                <a:solidFill>
                  <a:schemeClr val="bg1"/>
                </a:solidFill>
              </a:rPr>
              <a:t> </a:t>
            </a:r>
            <a:r>
              <a:rPr lang="es-AR" sz="2400" dirty="0" err="1">
                <a:solidFill>
                  <a:schemeClr val="bg1"/>
                </a:solidFill>
              </a:rPr>
              <a:t>game</a:t>
            </a:r>
            <a:r>
              <a:rPr lang="es-AR" sz="2400" dirty="0">
                <a:solidFill>
                  <a:schemeClr val="bg1"/>
                </a:solidFill>
              </a:rPr>
              <a:t>…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4" name="Hexágono 3">
            <a:extLst>
              <a:ext uri="{FF2B5EF4-FFF2-40B4-BE49-F238E27FC236}">
                <a16:creationId xmlns:a16="http://schemas.microsoft.com/office/drawing/2014/main" id="{F5BBCA7F-A4D1-4720-87CD-A89F0FF60E21}"/>
              </a:ext>
            </a:extLst>
          </p:cNvPr>
          <p:cNvSpPr/>
          <p:nvPr/>
        </p:nvSpPr>
        <p:spPr>
          <a:xfrm>
            <a:off x="1766769" y="4318687"/>
            <a:ext cx="852863" cy="735227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Hexágono 4">
            <a:extLst>
              <a:ext uri="{FF2B5EF4-FFF2-40B4-BE49-F238E27FC236}">
                <a16:creationId xmlns:a16="http://schemas.microsoft.com/office/drawing/2014/main" id="{C94D2EAF-70F7-475F-BAF9-FD3E24C3916A}"/>
              </a:ext>
            </a:extLst>
          </p:cNvPr>
          <p:cNvSpPr/>
          <p:nvPr/>
        </p:nvSpPr>
        <p:spPr>
          <a:xfrm>
            <a:off x="2734715" y="4318686"/>
            <a:ext cx="852863" cy="735227"/>
          </a:xfrm>
          <a:prstGeom prst="hexagon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Hexágono 5">
            <a:extLst>
              <a:ext uri="{FF2B5EF4-FFF2-40B4-BE49-F238E27FC236}">
                <a16:creationId xmlns:a16="http://schemas.microsoft.com/office/drawing/2014/main" id="{F91DE00E-B3D7-48FC-A1D0-20C63FE8A22C}"/>
              </a:ext>
            </a:extLst>
          </p:cNvPr>
          <p:cNvSpPr/>
          <p:nvPr/>
        </p:nvSpPr>
        <p:spPr>
          <a:xfrm>
            <a:off x="3702661" y="4318685"/>
            <a:ext cx="852863" cy="735227"/>
          </a:xfrm>
          <a:prstGeom prst="hexagon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Hexágono 6">
            <a:extLst>
              <a:ext uri="{FF2B5EF4-FFF2-40B4-BE49-F238E27FC236}">
                <a16:creationId xmlns:a16="http://schemas.microsoft.com/office/drawing/2014/main" id="{1D497EE7-66C8-4E2C-9359-9D9D41B555CF}"/>
              </a:ext>
            </a:extLst>
          </p:cNvPr>
          <p:cNvSpPr/>
          <p:nvPr/>
        </p:nvSpPr>
        <p:spPr>
          <a:xfrm rot="20738650">
            <a:off x="4759165" y="4174523"/>
            <a:ext cx="852863" cy="735227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Hexágono 7">
            <a:extLst>
              <a:ext uri="{FF2B5EF4-FFF2-40B4-BE49-F238E27FC236}">
                <a16:creationId xmlns:a16="http://schemas.microsoft.com/office/drawing/2014/main" id="{7CE1D536-A4A9-4306-B637-CED6C1573774}"/>
              </a:ext>
            </a:extLst>
          </p:cNvPr>
          <p:cNvSpPr/>
          <p:nvPr/>
        </p:nvSpPr>
        <p:spPr>
          <a:xfrm rot="20283693">
            <a:off x="5706336" y="3764688"/>
            <a:ext cx="852863" cy="735227"/>
          </a:xfrm>
          <a:prstGeom prst="hexagon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Hexágono 8">
            <a:extLst>
              <a:ext uri="{FF2B5EF4-FFF2-40B4-BE49-F238E27FC236}">
                <a16:creationId xmlns:a16="http://schemas.microsoft.com/office/drawing/2014/main" id="{97EC5F74-9571-4BD9-A76A-6882D0A1ED1F}"/>
              </a:ext>
            </a:extLst>
          </p:cNvPr>
          <p:cNvSpPr/>
          <p:nvPr/>
        </p:nvSpPr>
        <p:spPr>
          <a:xfrm rot="20939590">
            <a:off x="6665664" y="3401157"/>
            <a:ext cx="852863" cy="735227"/>
          </a:xfrm>
          <a:prstGeom prst="hexagon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D2E86CE4-7388-45FF-9510-0870DDA1F09F}"/>
              </a:ext>
            </a:extLst>
          </p:cNvPr>
          <p:cNvGrpSpPr/>
          <p:nvPr/>
        </p:nvGrpSpPr>
        <p:grpSpPr>
          <a:xfrm rot="2194690">
            <a:off x="7693253" y="3597875"/>
            <a:ext cx="3112089" cy="1219115"/>
            <a:chOff x="8092301" y="3793132"/>
            <a:chExt cx="3112089" cy="1219115"/>
          </a:xfrm>
        </p:grpSpPr>
        <p:sp>
          <p:nvSpPr>
            <p:cNvPr id="10" name="Hexágono 9">
              <a:extLst>
                <a:ext uri="{FF2B5EF4-FFF2-40B4-BE49-F238E27FC236}">
                  <a16:creationId xmlns:a16="http://schemas.microsoft.com/office/drawing/2014/main" id="{0815E9CD-0450-4527-875B-EAA99E6EDB3C}"/>
                </a:ext>
              </a:extLst>
            </p:cNvPr>
            <p:cNvSpPr/>
            <p:nvPr/>
          </p:nvSpPr>
          <p:spPr>
            <a:xfrm rot="20738650">
              <a:off x="8092301" y="4277020"/>
              <a:ext cx="852863" cy="735227"/>
            </a:xfrm>
            <a:prstGeom prst="hexag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Hexágono 10">
              <a:extLst>
                <a:ext uri="{FF2B5EF4-FFF2-40B4-BE49-F238E27FC236}">
                  <a16:creationId xmlns:a16="http://schemas.microsoft.com/office/drawing/2014/main" id="{D4FD3D0E-D634-4FAE-8973-6CB386DA50E9}"/>
                </a:ext>
              </a:extLst>
            </p:cNvPr>
            <p:cNvSpPr/>
            <p:nvPr/>
          </p:nvSpPr>
          <p:spPr>
            <a:xfrm rot="21044560">
              <a:off x="9168668" y="3983495"/>
              <a:ext cx="852863" cy="735227"/>
            </a:xfrm>
            <a:prstGeom prst="hexagon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Hexágono 11">
              <a:extLst>
                <a:ext uri="{FF2B5EF4-FFF2-40B4-BE49-F238E27FC236}">
                  <a16:creationId xmlns:a16="http://schemas.microsoft.com/office/drawing/2014/main" id="{C45252B7-2761-4918-8A84-2A1DBAF5E02A}"/>
                </a:ext>
              </a:extLst>
            </p:cNvPr>
            <p:cNvSpPr/>
            <p:nvPr/>
          </p:nvSpPr>
          <p:spPr>
            <a:xfrm rot="20447204">
              <a:off x="10351527" y="3793132"/>
              <a:ext cx="852863" cy="735227"/>
            </a:xfrm>
            <a:prstGeom prst="hexagon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B5D03227-38CC-498A-AF1E-264D4EB44210}"/>
              </a:ext>
            </a:extLst>
          </p:cNvPr>
          <p:cNvGrpSpPr/>
          <p:nvPr/>
        </p:nvGrpSpPr>
        <p:grpSpPr>
          <a:xfrm rot="639756">
            <a:off x="9805987" y="3066188"/>
            <a:ext cx="1332058" cy="1642965"/>
            <a:chOff x="2255520" y="2150004"/>
            <a:chExt cx="1332058" cy="1642965"/>
          </a:xfrm>
        </p:grpSpPr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FC191E44-21E8-47A4-90E7-78D80407FD45}"/>
                </a:ext>
              </a:extLst>
            </p:cNvPr>
            <p:cNvSpPr/>
            <p:nvPr/>
          </p:nvSpPr>
          <p:spPr>
            <a:xfrm>
              <a:off x="2622080" y="2522420"/>
              <a:ext cx="518332" cy="74483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aseline="-25000" dirty="0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C16E3172-DA02-4585-912A-80DC2026DE72}"/>
                </a:ext>
              </a:extLst>
            </p:cNvPr>
            <p:cNvSpPr/>
            <p:nvPr/>
          </p:nvSpPr>
          <p:spPr>
            <a:xfrm>
              <a:off x="2734715" y="2150871"/>
              <a:ext cx="321275" cy="46166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aseline="-25000" dirty="0"/>
            </a:p>
          </p:txBody>
        </p: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FB78C8CF-4966-4F35-A01A-24E4E58C40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59040" y="2552380"/>
              <a:ext cx="628538" cy="290435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C72E3668-6251-417C-9FCD-71E74CF3F6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55520" y="2612536"/>
              <a:ext cx="479195" cy="28230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91965718-0C17-4F92-9203-2EF8AC1287EA}"/>
                </a:ext>
              </a:extLst>
            </p:cNvPr>
            <p:cNvCxnSpPr>
              <a:cxnSpLocks/>
            </p:cNvCxnSpPr>
            <p:nvPr/>
          </p:nvCxnSpPr>
          <p:spPr>
            <a:xfrm>
              <a:off x="2959040" y="3065275"/>
              <a:ext cx="134904" cy="727694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22772642-A937-445B-ACDD-B73B351D4C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58515" y="3116395"/>
              <a:ext cx="152400" cy="676574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Cara sonriente 27">
              <a:extLst>
                <a:ext uri="{FF2B5EF4-FFF2-40B4-BE49-F238E27FC236}">
                  <a16:creationId xmlns:a16="http://schemas.microsoft.com/office/drawing/2014/main" id="{319D7EC4-F663-4951-A850-B49B3D731287}"/>
                </a:ext>
              </a:extLst>
            </p:cNvPr>
            <p:cNvSpPr/>
            <p:nvPr/>
          </p:nvSpPr>
          <p:spPr>
            <a:xfrm>
              <a:off x="2734715" y="2150004"/>
              <a:ext cx="321275" cy="461665"/>
            </a:xfrm>
            <a:prstGeom prst="smileyFace">
              <a:avLst>
                <a:gd name="adj" fmla="val 465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571687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C1456E-EDB2-4BBB-8615-5B992FC54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1478570"/>
          </a:xfrm>
        </p:spPr>
        <p:txBody>
          <a:bodyPr>
            <a:normAutofit fontScale="90000"/>
          </a:bodyPr>
          <a:lstStyle/>
          <a:p>
            <a:pPr algn="ctr"/>
            <a:r>
              <a:rPr lang="es-AR" sz="5400" dirty="0" err="1"/>
              <a:t>What</a:t>
            </a:r>
            <a:r>
              <a:rPr lang="es-AR" sz="5400" dirty="0"/>
              <a:t> </a:t>
            </a:r>
            <a:r>
              <a:rPr lang="es-AR" sz="5400" dirty="0" err="1"/>
              <a:t>is</a:t>
            </a:r>
            <a:r>
              <a:rPr lang="es-AR" sz="5400" dirty="0"/>
              <a:t> </a:t>
            </a:r>
            <a:r>
              <a:rPr lang="es-AR" sz="5400" dirty="0" err="1"/>
              <a:t>the</a:t>
            </a:r>
            <a:r>
              <a:rPr lang="es-AR" sz="5400" dirty="0"/>
              <a:t> </a:t>
            </a:r>
            <a:r>
              <a:rPr lang="es-AR" sz="5400" b="1" dirty="0">
                <a:solidFill>
                  <a:srgbClr val="7030A0"/>
                </a:solidFill>
              </a:rPr>
              <a:t>Flow</a:t>
            </a:r>
            <a:r>
              <a:rPr lang="es-AR" sz="5400" dirty="0"/>
              <a:t> </a:t>
            </a:r>
            <a:r>
              <a:rPr lang="es-AR" sz="5400" dirty="0" err="1"/>
              <a:t>of</a:t>
            </a:r>
            <a:r>
              <a:rPr lang="es-AR" sz="5400" dirty="0"/>
              <a:t> </a:t>
            </a:r>
            <a:r>
              <a:rPr lang="es-AR" sz="5400" dirty="0" err="1"/>
              <a:t>the</a:t>
            </a:r>
            <a:r>
              <a:rPr lang="es-AR" sz="5400" dirty="0"/>
              <a:t> </a:t>
            </a:r>
            <a:r>
              <a:rPr lang="es-AR" sz="5400" dirty="0" err="1"/>
              <a:t>code</a:t>
            </a:r>
            <a:r>
              <a:rPr lang="es-AR" sz="5400" dirty="0"/>
              <a:t>?</a:t>
            </a:r>
            <a:endParaRPr lang="en-US" sz="54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8637DD2-0E74-485D-838D-0DC5FE6EF1CF}"/>
              </a:ext>
            </a:extLst>
          </p:cNvPr>
          <p:cNvSpPr txBox="1"/>
          <p:nvPr/>
        </p:nvSpPr>
        <p:spPr>
          <a:xfrm>
            <a:off x="1495168" y="1247737"/>
            <a:ext cx="9020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2400" dirty="0" err="1">
                <a:solidFill>
                  <a:schemeClr val="bg1"/>
                </a:solidFill>
              </a:rPr>
              <a:t>The</a:t>
            </a:r>
            <a:r>
              <a:rPr lang="es-AR" sz="2400" dirty="0">
                <a:solidFill>
                  <a:schemeClr val="bg1"/>
                </a:solidFill>
              </a:rPr>
              <a:t> </a:t>
            </a:r>
            <a:r>
              <a:rPr lang="es-AR" sz="2400" dirty="0" err="1">
                <a:solidFill>
                  <a:schemeClr val="bg1"/>
                </a:solidFill>
              </a:rPr>
              <a:t>player</a:t>
            </a:r>
            <a:r>
              <a:rPr lang="es-AR" sz="2400" dirty="0">
                <a:solidFill>
                  <a:schemeClr val="bg1"/>
                </a:solidFill>
              </a:rPr>
              <a:t> </a:t>
            </a:r>
            <a:r>
              <a:rPr lang="es-AR" sz="2400" dirty="0" err="1">
                <a:solidFill>
                  <a:schemeClr val="bg1"/>
                </a:solidFill>
              </a:rPr>
              <a:t>represents</a:t>
            </a:r>
            <a:r>
              <a:rPr lang="es-AR" sz="2400" dirty="0">
                <a:solidFill>
                  <a:schemeClr val="bg1"/>
                </a:solidFill>
              </a:rPr>
              <a:t> </a:t>
            </a:r>
            <a:r>
              <a:rPr lang="es-AR" sz="2400" dirty="0" err="1">
                <a:solidFill>
                  <a:schemeClr val="bg1"/>
                </a:solidFill>
              </a:rPr>
              <a:t>the</a:t>
            </a:r>
            <a:r>
              <a:rPr lang="es-AR" sz="2400" dirty="0">
                <a:solidFill>
                  <a:schemeClr val="bg1"/>
                </a:solidFill>
              </a:rPr>
              <a:t> </a:t>
            </a:r>
            <a:r>
              <a:rPr lang="es-AR" sz="2400" dirty="0" err="1">
                <a:solidFill>
                  <a:schemeClr val="bg1"/>
                </a:solidFill>
              </a:rPr>
              <a:t>computer</a:t>
            </a:r>
            <a:endParaRPr lang="es-AR" sz="2400" dirty="0">
              <a:solidFill>
                <a:schemeClr val="bg1"/>
              </a:solidFill>
            </a:endParaRPr>
          </a:p>
        </p:txBody>
      </p:sp>
      <p:sp>
        <p:nvSpPr>
          <p:cNvPr id="4" name="Hexágono 3">
            <a:extLst>
              <a:ext uri="{FF2B5EF4-FFF2-40B4-BE49-F238E27FC236}">
                <a16:creationId xmlns:a16="http://schemas.microsoft.com/office/drawing/2014/main" id="{F5BBCA7F-A4D1-4720-87CD-A89F0FF60E21}"/>
              </a:ext>
            </a:extLst>
          </p:cNvPr>
          <p:cNvSpPr/>
          <p:nvPr/>
        </p:nvSpPr>
        <p:spPr>
          <a:xfrm>
            <a:off x="1766769" y="4318687"/>
            <a:ext cx="852863" cy="735227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Hexágono 4">
            <a:extLst>
              <a:ext uri="{FF2B5EF4-FFF2-40B4-BE49-F238E27FC236}">
                <a16:creationId xmlns:a16="http://schemas.microsoft.com/office/drawing/2014/main" id="{C94D2EAF-70F7-475F-BAF9-FD3E24C3916A}"/>
              </a:ext>
            </a:extLst>
          </p:cNvPr>
          <p:cNvSpPr/>
          <p:nvPr/>
        </p:nvSpPr>
        <p:spPr>
          <a:xfrm>
            <a:off x="2734715" y="4318686"/>
            <a:ext cx="852863" cy="735227"/>
          </a:xfrm>
          <a:prstGeom prst="hexagon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Hexágono 5">
            <a:extLst>
              <a:ext uri="{FF2B5EF4-FFF2-40B4-BE49-F238E27FC236}">
                <a16:creationId xmlns:a16="http://schemas.microsoft.com/office/drawing/2014/main" id="{F91DE00E-B3D7-48FC-A1D0-20C63FE8A22C}"/>
              </a:ext>
            </a:extLst>
          </p:cNvPr>
          <p:cNvSpPr/>
          <p:nvPr/>
        </p:nvSpPr>
        <p:spPr>
          <a:xfrm>
            <a:off x="3702661" y="4318685"/>
            <a:ext cx="852863" cy="735227"/>
          </a:xfrm>
          <a:prstGeom prst="hexagon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Hexágono 6">
            <a:extLst>
              <a:ext uri="{FF2B5EF4-FFF2-40B4-BE49-F238E27FC236}">
                <a16:creationId xmlns:a16="http://schemas.microsoft.com/office/drawing/2014/main" id="{1D497EE7-66C8-4E2C-9359-9D9D41B555CF}"/>
              </a:ext>
            </a:extLst>
          </p:cNvPr>
          <p:cNvSpPr/>
          <p:nvPr/>
        </p:nvSpPr>
        <p:spPr>
          <a:xfrm rot="20738650">
            <a:off x="4759165" y="4174523"/>
            <a:ext cx="852863" cy="735227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Hexágono 7">
            <a:extLst>
              <a:ext uri="{FF2B5EF4-FFF2-40B4-BE49-F238E27FC236}">
                <a16:creationId xmlns:a16="http://schemas.microsoft.com/office/drawing/2014/main" id="{7CE1D536-A4A9-4306-B637-CED6C1573774}"/>
              </a:ext>
            </a:extLst>
          </p:cNvPr>
          <p:cNvSpPr/>
          <p:nvPr/>
        </p:nvSpPr>
        <p:spPr>
          <a:xfrm rot="20283693">
            <a:off x="5706336" y="3764688"/>
            <a:ext cx="852863" cy="735227"/>
          </a:xfrm>
          <a:prstGeom prst="hexagon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Hexágono 8">
            <a:extLst>
              <a:ext uri="{FF2B5EF4-FFF2-40B4-BE49-F238E27FC236}">
                <a16:creationId xmlns:a16="http://schemas.microsoft.com/office/drawing/2014/main" id="{97EC5F74-9571-4BD9-A76A-6882D0A1ED1F}"/>
              </a:ext>
            </a:extLst>
          </p:cNvPr>
          <p:cNvSpPr/>
          <p:nvPr/>
        </p:nvSpPr>
        <p:spPr>
          <a:xfrm rot="20939590">
            <a:off x="6665664" y="3401157"/>
            <a:ext cx="852863" cy="735227"/>
          </a:xfrm>
          <a:prstGeom prst="hexagon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D2E86CE4-7388-45FF-9510-0870DDA1F09F}"/>
              </a:ext>
            </a:extLst>
          </p:cNvPr>
          <p:cNvGrpSpPr/>
          <p:nvPr/>
        </p:nvGrpSpPr>
        <p:grpSpPr>
          <a:xfrm rot="2194690">
            <a:off x="7693253" y="3597875"/>
            <a:ext cx="3112089" cy="1219115"/>
            <a:chOff x="8092301" y="3793132"/>
            <a:chExt cx="3112089" cy="1219115"/>
          </a:xfrm>
        </p:grpSpPr>
        <p:sp>
          <p:nvSpPr>
            <p:cNvPr id="10" name="Hexágono 9">
              <a:extLst>
                <a:ext uri="{FF2B5EF4-FFF2-40B4-BE49-F238E27FC236}">
                  <a16:creationId xmlns:a16="http://schemas.microsoft.com/office/drawing/2014/main" id="{0815E9CD-0450-4527-875B-EAA99E6EDB3C}"/>
                </a:ext>
              </a:extLst>
            </p:cNvPr>
            <p:cNvSpPr/>
            <p:nvPr/>
          </p:nvSpPr>
          <p:spPr>
            <a:xfrm rot="20738650">
              <a:off x="8092301" y="4277020"/>
              <a:ext cx="852863" cy="735227"/>
            </a:xfrm>
            <a:prstGeom prst="hexag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Hexágono 10">
              <a:extLst>
                <a:ext uri="{FF2B5EF4-FFF2-40B4-BE49-F238E27FC236}">
                  <a16:creationId xmlns:a16="http://schemas.microsoft.com/office/drawing/2014/main" id="{D4FD3D0E-D634-4FAE-8973-6CB386DA50E9}"/>
                </a:ext>
              </a:extLst>
            </p:cNvPr>
            <p:cNvSpPr/>
            <p:nvPr/>
          </p:nvSpPr>
          <p:spPr>
            <a:xfrm rot="21044560">
              <a:off x="9168668" y="3983495"/>
              <a:ext cx="852863" cy="735227"/>
            </a:xfrm>
            <a:prstGeom prst="hexagon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Hexágono 11">
              <a:extLst>
                <a:ext uri="{FF2B5EF4-FFF2-40B4-BE49-F238E27FC236}">
                  <a16:creationId xmlns:a16="http://schemas.microsoft.com/office/drawing/2014/main" id="{C45252B7-2761-4918-8A84-2A1DBAF5E02A}"/>
                </a:ext>
              </a:extLst>
            </p:cNvPr>
            <p:cNvSpPr/>
            <p:nvPr/>
          </p:nvSpPr>
          <p:spPr>
            <a:xfrm rot="20447204">
              <a:off x="10351527" y="3793132"/>
              <a:ext cx="852863" cy="735227"/>
            </a:xfrm>
            <a:prstGeom prst="hexagon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B5D03227-38CC-498A-AF1E-264D4EB44210}"/>
              </a:ext>
            </a:extLst>
          </p:cNvPr>
          <p:cNvGrpSpPr/>
          <p:nvPr/>
        </p:nvGrpSpPr>
        <p:grpSpPr>
          <a:xfrm rot="639756">
            <a:off x="9805987" y="3066188"/>
            <a:ext cx="1332058" cy="1642965"/>
            <a:chOff x="2255520" y="2150004"/>
            <a:chExt cx="1332058" cy="1642965"/>
          </a:xfrm>
        </p:grpSpPr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FC191E44-21E8-47A4-90E7-78D80407FD45}"/>
                </a:ext>
              </a:extLst>
            </p:cNvPr>
            <p:cNvSpPr/>
            <p:nvPr/>
          </p:nvSpPr>
          <p:spPr>
            <a:xfrm>
              <a:off x="2622080" y="2522420"/>
              <a:ext cx="518332" cy="74483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aseline="-25000" dirty="0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C16E3172-DA02-4585-912A-80DC2026DE72}"/>
                </a:ext>
              </a:extLst>
            </p:cNvPr>
            <p:cNvSpPr/>
            <p:nvPr/>
          </p:nvSpPr>
          <p:spPr>
            <a:xfrm>
              <a:off x="2734715" y="2150871"/>
              <a:ext cx="321275" cy="46166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aseline="-25000" dirty="0"/>
            </a:p>
          </p:txBody>
        </p: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FB78C8CF-4966-4F35-A01A-24E4E58C40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59040" y="2552380"/>
              <a:ext cx="628538" cy="290435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C72E3668-6251-417C-9FCD-71E74CF3F6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55520" y="2612536"/>
              <a:ext cx="479195" cy="28230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91965718-0C17-4F92-9203-2EF8AC1287EA}"/>
                </a:ext>
              </a:extLst>
            </p:cNvPr>
            <p:cNvCxnSpPr>
              <a:cxnSpLocks/>
            </p:cNvCxnSpPr>
            <p:nvPr/>
          </p:nvCxnSpPr>
          <p:spPr>
            <a:xfrm>
              <a:off x="2959040" y="3065275"/>
              <a:ext cx="134904" cy="727694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22772642-A937-445B-ACDD-B73B351D4C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58515" y="3116395"/>
              <a:ext cx="152400" cy="676574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Cara sonriente 27">
              <a:extLst>
                <a:ext uri="{FF2B5EF4-FFF2-40B4-BE49-F238E27FC236}">
                  <a16:creationId xmlns:a16="http://schemas.microsoft.com/office/drawing/2014/main" id="{319D7EC4-F663-4951-A850-B49B3D731287}"/>
                </a:ext>
              </a:extLst>
            </p:cNvPr>
            <p:cNvSpPr/>
            <p:nvPr/>
          </p:nvSpPr>
          <p:spPr>
            <a:xfrm>
              <a:off x="2734715" y="2150004"/>
              <a:ext cx="321275" cy="461665"/>
            </a:xfrm>
            <a:prstGeom prst="smileyFace">
              <a:avLst>
                <a:gd name="adj" fmla="val 465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30296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C1456E-EDB2-4BBB-8615-5B992FC54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1478570"/>
          </a:xfrm>
        </p:spPr>
        <p:txBody>
          <a:bodyPr>
            <a:normAutofit fontScale="90000"/>
          </a:bodyPr>
          <a:lstStyle/>
          <a:p>
            <a:pPr algn="ctr"/>
            <a:r>
              <a:rPr lang="es-AR" sz="5400" dirty="0" err="1"/>
              <a:t>What</a:t>
            </a:r>
            <a:r>
              <a:rPr lang="es-AR" sz="5400" dirty="0"/>
              <a:t> </a:t>
            </a:r>
            <a:r>
              <a:rPr lang="es-AR" sz="5400" dirty="0" err="1"/>
              <a:t>is</a:t>
            </a:r>
            <a:r>
              <a:rPr lang="es-AR" sz="5400" dirty="0"/>
              <a:t> </a:t>
            </a:r>
            <a:r>
              <a:rPr lang="es-AR" sz="5400" dirty="0" err="1"/>
              <a:t>the</a:t>
            </a:r>
            <a:r>
              <a:rPr lang="es-AR" sz="5400" dirty="0"/>
              <a:t> </a:t>
            </a:r>
            <a:r>
              <a:rPr lang="es-AR" sz="5400" b="1" dirty="0">
                <a:solidFill>
                  <a:srgbClr val="7030A0"/>
                </a:solidFill>
              </a:rPr>
              <a:t>Flow</a:t>
            </a:r>
            <a:r>
              <a:rPr lang="es-AR" sz="5400" dirty="0"/>
              <a:t> </a:t>
            </a:r>
            <a:r>
              <a:rPr lang="es-AR" sz="5400" dirty="0" err="1"/>
              <a:t>of</a:t>
            </a:r>
            <a:r>
              <a:rPr lang="es-AR" sz="5400" dirty="0"/>
              <a:t> </a:t>
            </a:r>
            <a:r>
              <a:rPr lang="es-AR" sz="5400" dirty="0" err="1"/>
              <a:t>the</a:t>
            </a:r>
            <a:r>
              <a:rPr lang="es-AR" sz="5400" dirty="0"/>
              <a:t> </a:t>
            </a:r>
            <a:r>
              <a:rPr lang="es-AR" sz="5400" dirty="0" err="1"/>
              <a:t>code</a:t>
            </a:r>
            <a:r>
              <a:rPr lang="es-AR" sz="5400" dirty="0"/>
              <a:t>?</a:t>
            </a:r>
            <a:endParaRPr lang="en-US" sz="54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8637DD2-0E74-485D-838D-0DC5FE6EF1CF}"/>
              </a:ext>
            </a:extLst>
          </p:cNvPr>
          <p:cNvSpPr txBox="1"/>
          <p:nvPr/>
        </p:nvSpPr>
        <p:spPr>
          <a:xfrm>
            <a:off x="1495168" y="1247737"/>
            <a:ext cx="90204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2400" dirty="0" err="1">
                <a:solidFill>
                  <a:schemeClr val="bg1"/>
                </a:solidFill>
              </a:rPr>
              <a:t>The</a:t>
            </a:r>
            <a:r>
              <a:rPr lang="es-AR" sz="2400" dirty="0">
                <a:solidFill>
                  <a:schemeClr val="bg1"/>
                </a:solidFill>
              </a:rPr>
              <a:t> </a:t>
            </a:r>
            <a:r>
              <a:rPr lang="es-AR" sz="2400" dirty="0" err="1">
                <a:solidFill>
                  <a:schemeClr val="bg1"/>
                </a:solidFill>
              </a:rPr>
              <a:t>player</a:t>
            </a:r>
            <a:r>
              <a:rPr lang="es-AR" sz="2400" dirty="0">
                <a:solidFill>
                  <a:schemeClr val="bg1"/>
                </a:solidFill>
              </a:rPr>
              <a:t> </a:t>
            </a:r>
            <a:r>
              <a:rPr lang="es-AR" sz="2400" dirty="0" err="1">
                <a:solidFill>
                  <a:schemeClr val="bg1"/>
                </a:solidFill>
              </a:rPr>
              <a:t>represents</a:t>
            </a:r>
            <a:r>
              <a:rPr lang="es-AR" sz="2400" dirty="0">
                <a:solidFill>
                  <a:schemeClr val="bg1"/>
                </a:solidFill>
              </a:rPr>
              <a:t> </a:t>
            </a:r>
            <a:r>
              <a:rPr lang="es-AR" sz="2400" dirty="0" err="1">
                <a:solidFill>
                  <a:schemeClr val="bg1"/>
                </a:solidFill>
              </a:rPr>
              <a:t>the</a:t>
            </a:r>
            <a:r>
              <a:rPr lang="es-AR" sz="2400" dirty="0">
                <a:solidFill>
                  <a:schemeClr val="bg1"/>
                </a:solidFill>
              </a:rPr>
              <a:t> </a:t>
            </a:r>
            <a:r>
              <a:rPr lang="es-AR" sz="2400" dirty="0" err="1">
                <a:solidFill>
                  <a:schemeClr val="bg1"/>
                </a:solidFill>
              </a:rPr>
              <a:t>computer</a:t>
            </a:r>
            <a:endParaRPr lang="es-AR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2400" dirty="0" err="1">
                <a:solidFill>
                  <a:schemeClr val="bg1"/>
                </a:solidFill>
              </a:rPr>
              <a:t>Each</a:t>
            </a:r>
            <a:r>
              <a:rPr lang="es-AR" sz="2400" dirty="0">
                <a:solidFill>
                  <a:schemeClr val="bg1"/>
                </a:solidFill>
              </a:rPr>
              <a:t> </a:t>
            </a:r>
            <a:r>
              <a:rPr lang="es-AR" sz="2400" dirty="0" err="1">
                <a:solidFill>
                  <a:schemeClr val="bg1"/>
                </a:solidFill>
              </a:rPr>
              <a:t>hexagon</a:t>
            </a:r>
            <a:r>
              <a:rPr lang="es-AR" sz="2400" dirty="0">
                <a:solidFill>
                  <a:schemeClr val="bg1"/>
                </a:solidFill>
              </a:rPr>
              <a:t> tile </a:t>
            </a:r>
            <a:r>
              <a:rPr lang="es-AR" sz="2400" dirty="0" err="1">
                <a:solidFill>
                  <a:schemeClr val="bg1"/>
                </a:solidFill>
              </a:rPr>
              <a:t>represents</a:t>
            </a:r>
            <a:r>
              <a:rPr lang="es-AR" sz="2400" dirty="0">
                <a:solidFill>
                  <a:schemeClr val="bg1"/>
                </a:solidFill>
              </a:rPr>
              <a:t> </a:t>
            </a:r>
            <a:r>
              <a:rPr lang="es-AR" sz="2400" dirty="0" err="1">
                <a:solidFill>
                  <a:schemeClr val="bg1"/>
                </a:solidFill>
              </a:rPr>
              <a:t>an</a:t>
            </a:r>
            <a:r>
              <a:rPr lang="es-AR" sz="2400" dirty="0">
                <a:solidFill>
                  <a:schemeClr val="bg1"/>
                </a:solidFill>
              </a:rPr>
              <a:t> </a:t>
            </a:r>
            <a:r>
              <a:rPr lang="es-AR" sz="2400" dirty="0" err="1">
                <a:solidFill>
                  <a:schemeClr val="bg1"/>
                </a:solidFill>
              </a:rPr>
              <a:t>instruction</a:t>
            </a:r>
            <a:r>
              <a:rPr lang="es-AR" sz="2400" dirty="0">
                <a:solidFill>
                  <a:schemeClr val="bg1"/>
                </a:solidFill>
              </a:rPr>
              <a:t> (</a:t>
            </a:r>
            <a:r>
              <a:rPr lang="es-AR" sz="2400" dirty="0" err="1">
                <a:solidFill>
                  <a:schemeClr val="bg1"/>
                </a:solidFill>
              </a:rPr>
              <a:t>e.g</a:t>
            </a:r>
            <a:r>
              <a:rPr lang="es-AR" sz="2400" dirty="0">
                <a:solidFill>
                  <a:schemeClr val="bg1"/>
                </a:solidFill>
              </a:rPr>
              <a:t> a line </a:t>
            </a:r>
            <a:r>
              <a:rPr lang="es-AR" sz="2400" dirty="0" err="1">
                <a:solidFill>
                  <a:schemeClr val="bg1"/>
                </a:solidFill>
              </a:rPr>
              <a:t>of</a:t>
            </a:r>
            <a:r>
              <a:rPr lang="es-AR" sz="2400" dirty="0">
                <a:solidFill>
                  <a:schemeClr val="bg1"/>
                </a:solidFill>
              </a:rPr>
              <a:t> </a:t>
            </a:r>
            <a:r>
              <a:rPr lang="es-AR" sz="2400" dirty="0" err="1">
                <a:solidFill>
                  <a:schemeClr val="bg1"/>
                </a:solidFill>
              </a:rPr>
              <a:t>code</a:t>
            </a:r>
            <a:r>
              <a:rPr lang="es-AR" sz="2400" dirty="0">
                <a:solidFill>
                  <a:schemeClr val="bg1"/>
                </a:solidFill>
              </a:rPr>
              <a:t>) </a:t>
            </a:r>
          </a:p>
        </p:txBody>
      </p:sp>
      <p:sp>
        <p:nvSpPr>
          <p:cNvPr id="4" name="Hexágono 3">
            <a:extLst>
              <a:ext uri="{FF2B5EF4-FFF2-40B4-BE49-F238E27FC236}">
                <a16:creationId xmlns:a16="http://schemas.microsoft.com/office/drawing/2014/main" id="{F5BBCA7F-A4D1-4720-87CD-A89F0FF60E21}"/>
              </a:ext>
            </a:extLst>
          </p:cNvPr>
          <p:cNvSpPr/>
          <p:nvPr/>
        </p:nvSpPr>
        <p:spPr>
          <a:xfrm>
            <a:off x="1766769" y="4318687"/>
            <a:ext cx="852863" cy="735227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Hexágono 4">
            <a:extLst>
              <a:ext uri="{FF2B5EF4-FFF2-40B4-BE49-F238E27FC236}">
                <a16:creationId xmlns:a16="http://schemas.microsoft.com/office/drawing/2014/main" id="{C94D2EAF-70F7-475F-BAF9-FD3E24C3916A}"/>
              </a:ext>
            </a:extLst>
          </p:cNvPr>
          <p:cNvSpPr/>
          <p:nvPr/>
        </p:nvSpPr>
        <p:spPr>
          <a:xfrm>
            <a:off x="2734715" y="4318686"/>
            <a:ext cx="852863" cy="735227"/>
          </a:xfrm>
          <a:prstGeom prst="hexagon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Hexágono 5">
            <a:extLst>
              <a:ext uri="{FF2B5EF4-FFF2-40B4-BE49-F238E27FC236}">
                <a16:creationId xmlns:a16="http://schemas.microsoft.com/office/drawing/2014/main" id="{F91DE00E-B3D7-48FC-A1D0-20C63FE8A22C}"/>
              </a:ext>
            </a:extLst>
          </p:cNvPr>
          <p:cNvSpPr/>
          <p:nvPr/>
        </p:nvSpPr>
        <p:spPr>
          <a:xfrm>
            <a:off x="3702661" y="4318685"/>
            <a:ext cx="852863" cy="735227"/>
          </a:xfrm>
          <a:prstGeom prst="hexagon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Hexágono 6">
            <a:extLst>
              <a:ext uri="{FF2B5EF4-FFF2-40B4-BE49-F238E27FC236}">
                <a16:creationId xmlns:a16="http://schemas.microsoft.com/office/drawing/2014/main" id="{1D497EE7-66C8-4E2C-9359-9D9D41B555CF}"/>
              </a:ext>
            </a:extLst>
          </p:cNvPr>
          <p:cNvSpPr/>
          <p:nvPr/>
        </p:nvSpPr>
        <p:spPr>
          <a:xfrm rot="20738650">
            <a:off x="4759165" y="4174523"/>
            <a:ext cx="852863" cy="735227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Hexágono 7">
            <a:extLst>
              <a:ext uri="{FF2B5EF4-FFF2-40B4-BE49-F238E27FC236}">
                <a16:creationId xmlns:a16="http://schemas.microsoft.com/office/drawing/2014/main" id="{7CE1D536-A4A9-4306-B637-CED6C1573774}"/>
              </a:ext>
            </a:extLst>
          </p:cNvPr>
          <p:cNvSpPr/>
          <p:nvPr/>
        </p:nvSpPr>
        <p:spPr>
          <a:xfrm rot="20283693">
            <a:off x="5706336" y="3764688"/>
            <a:ext cx="852863" cy="735227"/>
          </a:xfrm>
          <a:prstGeom prst="hexagon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Hexágono 8">
            <a:extLst>
              <a:ext uri="{FF2B5EF4-FFF2-40B4-BE49-F238E27FC236}">
                <a16:creationId xmlns:a16="http://schemas.microsoft.com/office/drawing/2014/main" id="{97EC5F74-9571-4BD9-A76A-6882D0A1ED1F}"/>
              </a:ext>
            </a:extLst>
          </p:cNvPr>
          <p:cNvSpPr/>
          <p:nvPr/>
        </p:nvSpPr>
        <p:spPr>
          <a:xfrm rot="20939590">
            <a:off x="6665664" y="3401157"/>
            <a:ext cx="852863" cy="735227"/>
          </a:xfrm>
          <a:prstGeom prst="hexagon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D2E86CE4-7388-45FF-9510-0870DDA1F09F}"/>
              </a:ext>
            </a:extLst>
          </p:cNvPr>
          <p:cNvGrpSpPr/>
          <p:nvPr/>
        </p:nvGrpSpPr>
        <p:grpSpPr>
          <a:xfrm rot="2194690">
            <a:off x="7693253" y="3597875"/>
            <a:ext cx="3112089" cy="1219115"/>
            <a:chOff x="8092301" y="3793132"/>
            <a:chExt cx="3112089" cy="1219115"/>
          </a:xfrm>
        </p:grpSpPr>
        <p:sp>
          <p:nvSpPr>
            <p:cNvPr id="10" name="Hexágono 9">
              <a:extLst>
                <a:ext uri="{FF2B5EF4-FFF2-40B4-BE49-F238E27FC236}">
                  <a16:creationId xmlns:a16="http://schemas.microsoft.com/office/drawing/2014/main" id="{0815E9CD-0450-4527-875B-EAA99E6EDB3C}"/>
                </a:ext>
              </a:extLst>
            </p:cNvPr>
            <p:cNvSpPr/>
            <p:nvPr/>
          </p:nvSpPr>
          <p:spPr>
            <a:xfrm rot="20738650">
              <a:off x="8092301" y="4277020"/>
              <a:ext cx="852863" cy="735227"/>
            </a:xfrm>
            <a:prstGeom prst="hexag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Hexágono 10">
              <a:extLst>
                <a:ext uri="{FF2B5EF4-FFF2-40B4-BE49-F238E27FC236}">
                  <a16:creationId xmlns:a16="http://schemas.microsoft.com/office/drawing/2014/main" id="{D4FD3D0E-D634-4FAE-8973-6CB386DA50E9}"/>
                </a:ext>
              </a:extLst>
            </p:cNvPr>
            <p:cNvSpPr/>
            <p:nvPr/>
          </p:nvSpPr>
          <p:spPr>
            <a:xfrm rot="21044560">
              <a:off x="9168668" y="3983495"/>
              <a:ext cx="852863" cy="735227"/>
            </a:xfrm>
            <a:prstGeom prst="hexagon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Hexágono 11">
              <a:extLst>
                <a:ext uri="{FF2B5EF4-FFF2-40B4-BE49-F238E27FC236}">
                  <a16:creationId xmlns:a16="http://schemas.microsoft.com/office/drawing/2014/main" id="{C45252B7-2761-4918-8A84-2A1DBAF5E02A}"/>
                </a:ext>
              </a:extLst>
            </p:cNvPr>
            <p:cNvSpPr/>
            <p:nvPr/>
          </p:nvSpPr>
          <p:spPr>
            <a:xfrm rot="20447204">
              <a:off x="10351527" y="3793132"/>
              <a:ext cx="852863" cy="735227"/>
            </a:xfrm>
            <a:prstGeom prst="hexagon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B5D03227-38CC-498A-AF1E-264D4EB44210}"/>
              </a:ext>
            </a:extLst>
          </p:cNvPr>
          <p:cNvGrpSpPr/>
          <p:nvPr/>
        </p:nvGrpSpPr>
        <p:grpSpPr>
          <a:xfrm rot="639756">
            <a:off x="9805987" y="3066188"/>
            <a:ext cx="1332058" cy="1642965"/>
            <a:chOff x="2255520" y="2150004"/>
            <a:chExt cx="1332058" cy="1642965"/>
          </a:xfrm>
        </p:grpSpPr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FC191E44-21E8-47A4-90E7-78D80407FD45}"/>
                </a:ext>
              </a:extLst>
            </p:cNvPr>
            <p:cNvSpPr/>
            <p:nvPr/>
          </p:nvSpPr>
          <p:spPr>
            <a:xfrm>
              <a:off x="2622080" y="2522420"/>
              <a:ext cx="518332" cy="74483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aseline="-25000" dirty="0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C16E3172-DA02-4585-912A-80DC2026DE72}"/>
                </a:ext>
              </a:extLst>
            </p:cNvPr>
            <p:cNvSpPr/>
            <p:nvPr/>
          </p:nvSpPr>
          <p:spPr>
            <a:xfrm>
              <a:off x="2734715" y="2150871"/>
              <a:ext cx="321275" cy="46166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aseline="-25000" dirty="0"/>
            </a:p>
          </p:txBody>
        </p: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FB78C8CF-4966-4F35-A01A-24E4E58C40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59040" y="2552380"/>
              <a:ext cx="628538" cy="290435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C72E3668-6251-417C-9FCD-71E74CF3F6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55520" y="2612536"/>
              <a:ext cx="479195" cy="28230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91965718-0C17-4F92-9203-2EF8AC1287EA}"/>
                </a:ext>
              </a:extLst>
            </p:cNvPr>
            <p:cNvCxnSpPr>
              <a:cxnSpLocks/>
            </p:cNvCxnSpPr>
            <p:nvPr/>
          </p:nvCxnSpPr>
          <p:spPr>
            <a:xfrm>
              <a:off x="2959040" y="3065275"/>
              <a:ext cx="134904" cy="727694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22772642-A937-445B-ACDD-B73B351D4C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58515" y="3116395"/>
              <a:ext cx="152400" cy="676574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Cara sonriente 27">
              <a:extLst>
                <a:ext uri="{FF2B5EF4-FFF2-40B4-BE49-F238E27FC236}">
                  <a16:creationId xmlns:a16="http://schemas.microsoft.com/office/drawing/2014/main" id="{319D7EC4-F663-4951-A850-B49B3D731287}"/>
                </a:ext>
              </a:extLst>
            </p:cNvPr>
            <p:cNvSpPr/>
            <p:nvPr/>
          </p:nvSpPr>
          <p:spPr>
            <a:xfrm>
              <a:off x="2734715" y="2150004"/>
              <a:ext cx="321275" cy="461665"/>
            </a:xfrm>
            <a:prstGeom prst="smileyFace">
              <a:avLst>
                <a:gd name="adj" fmla="val 465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803611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C1456E-EDB2-4BBB-8615-5B992FC54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1478570"/>
          </a:xfrm>
        </p:spPr>
        <p:txBody>
          <a:bodyPr>
            <a:normAutofit fontScale="90000"/>
          </a:bodyPr>
          <a:lstStyle/>
          <a:p>
            <a:pPr algn="ctr"/>
            <a:r>
              <a:rPr lang="es-AR" sz="5400" dirty="0" err="1"/>
              <a:t>What</a:t>
            </a:r>
            <a:r>
              <a:rPr lang="es-AR" sz="5400" dirty="0"/>
              <a:t> </a:t>
            </a:r>
            <a:r>
              <a:rPr lang="es-AR" sz="5400" dirty="0" err="1"/>
              <a:t>is</a:t>
            </a:r>
            <a:r>
              <a:rPr lang="es-AR" sz="5400" dirty="0"/>
              <a:t> </a:t>
            </a:r>
            <a:r>
              <a:rPr lang="es-AR" sz="5400" dirty="0" err="1"/>
              <a:t>the</a:t>
            </a:r>
            <a:r>
              <a:rPr lang="es-AR" sz="5400" dirty="0"/>
              <a:t> </a:t>
            </a:r>
            <a:r>
              <a:rPr lang="es-AR" sz="5400" b="1" dirty="0">
                <a:solidFill>
                  <a:srgbClr val="7030A0"/>
                </a:solidFill>
              </a:rPr>
              <a:t>Flow</a:t>
            </a:r>
            <a:r>
              <a:rPr lang="es-AR" sz="5400" dirty="0"/>
              <a:t> </a:t>
            </a:r>
            <a:r>
              <a:rPr lang="es-AR" sz="5400" dirty="0" err="1"/>
              <a:t>of</a:t>
            </a:r>
            <a:r>
              <a:rPr lang="es-AR" sz="5400" dirty="0"/>
              <a:t> </a:t>
            </a:r>
            <a:r>
              <a:rPr lang="es-AR" sz="5400" dirty="0" err="1"/>
              <a:t>the</a:t>
            </a:r>
            <a:r>
              <a:rPr lang="es-AR" sz="5400" dirty="0"/>
              <a:t> </a:t>
            </a:r>
            <a:r>
              <a:rPr lang="es-AR" sz="5400" dirty="0" err="1"/>
              <a:t>code</a:t>
            </a:r>
            <a:r>
              <a:rPr lang="es-AR" sz="5400" dirty="0"/>
              <a:t>?</a:t>
            </a:r>
            <a:endParaRPr lang="en-US" sz="54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8637DD2-0E74-485D-838D-0DC5FE6EF1CF}"/>
              </a:ext>
            </a:extLst>
          </p:cNvPr>
          <p:cNvSpPr txBox="1"/>
          <p:nvPr/>
        </p:nvSpPr>
        <p:spPr>
          <a:xfrm>
            <a:off x="1495168" y="1247737"/>
            <a:ext cx="90204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2400" dirty="0" err="1">
                <a:solidFill>
                  <a:schemeClr val="bg1"/>
                </a:solidFill>
              </a:rPr>
              <a:t>The</a:t>
            </a:r>
            <a:r>
              <a:rPr lang="es-AR" sz="2400" dirty="0">
                <a:solidFill>
                  <a:schemeClr val="bg1"/>
                </a:solidFill>
              </a:rPr>
              <a:t> </a:t>
            </a:r>
            <a:r>
              <a:rPr lang="es-AR" sz="2400" dirty="0" err="1">
                <a:solidFill>
                  <a:schemeClr val="bg1"/>
                </a:solidFill>
              </a:rPr>
              <a:t>player</a:t>
            </a:r>
            <a:r>
              <a:rPr lang="es-AR" sz="2400" dirty="0">
                <a:solidFill>
                  <a:schemeClr val="bg1"/>
                </a:solidFill>
              </a:rPr>
              <a:t> </a:t>
            </a:r>
            <a:r>
              <a:rPr lang="es-AR" sz="2400" dirty="0" err="1">
                <a:solidFill>
                  <a:schemeClr val="bg1"/>
                </a:solidFill>
              </a:rPr>
              <a:t>represents</a:t>
            </a:r>
            <a:r>
              <a:rPr lang="es-AR" sz="2400" dirty="0">
                <a:solidFill>
                  <a:schemeClr val="bg1"/>
                </a:solidFill>
              </a:rPr>
              <a:t> </a:t>
            </a:r>
            <a:r>
              <a:rPr lang="es-AR" sz="2400" dirty="0" err="1">
                <a:solidFill>
                  <a:schemeClr val="bg1"/>
                </a:solidFill>
              </a:rPr>
              <a:t>the</a:t>
            </a:r>
            <a:r>
              <a:rPr lang="es-AR" sz="2400" dirty="0">
                <a:solidFill>
                  <a:schemeClr val="bg1"/>
                </a:solidFill>
              </a:rPr>
              <a:t> </a:t>
            </a:r>
            <a:r>
              <a:rPr lang="es-AR" sz="2400" dirty="0" err="1">
                <a:solidFill>
                  <a:schemeClr val="bg1"/>
                </a:solidFill>
              </a:rPr>
              <a:t>computer</a:t>
            </a:r>
            <a:endParaRPr lang="es-AR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2400" dirty="0" err="1">
                <a:solidFill>
                  <a:schemeClr val="bg1"/>
                </a:solidFill>
              </a:rPr>
              <a:t>Each</a:t>
            </a:r>
            <a:r>
              <a:rPr lang="es-AR" sz="2400" dirty="0">
                <a:solidFill>
                  <a:schemeClr val="bg1"/>
                </a:solidFill>
              </a:rPr>
              <a:t> </a:t>
            </a:r>
            <a:r>
              <a:rPr lang="es-AR" sz="2400" dirty="0" err="1">
                <a:solidFill>
                  <a:schemeClr val="bg1"/>
                </a:solidFill>
              </a:rPr>
              <a:t>hexagon</a:t>
            </a:r>
            <a:r>
              <a:rPr lang="es-AR" sz="2400" dirty="0">
                <a:solidFill>
                  <a:schemeClr val="bg1"/>
                </a:solidFill>
              </a:rPr>
              <a:t> tile </a:t>
            </a:r>
            <a:r>
              <a:rPr lang="es-AR" sz="2400" dirty="0" err="1">
                <a:solidFill>
                  <a:schemeClr val="bg1"/>
                </a:solidFill>
              </a:rPr>
              <a:t>represents</a:t>
            </a:r>
            <a:r>
              <a:rPr lang="es-AR" sz="2400" dirty="0">
                <a:solidFill>
                  <a:schemeClr val="bg1"/>
                </a:solidFill>
              </a:rPr>
              <a:t> </a:t>
            </a:r>
            <a:r>
              <a:rPr lang="es-AR" sz="2400" dirty="0" err="1">
                <a:solidFill>
                  <a:schemeClr val="bg1"/>
                </a:solidFill>
              </a:rPr>
              <a:t>an</a:t>
            </a:r>
            <a:r>
              <a:rPr lang="es-AR" sz="2400" dirty="0">
                <a:solidFill>
                  <a:schemeClr val="bg1"/>
                </a:solidFill>
              </a:rPr>
              <a:t> </a:t>
            </a:r>
            <a:r>
              <a:rPr lang="es-AR" sz="2400" dirty="0" err="1">
                <a:solidFill>
                  <a:schemeClr val="bg1"/>
                </a:solidFill>
              </a:rPr>
              <a:t>instruction</a:t>
            </a:r>
            <a:r>
              <a:rPr lang="es-AR" sz="2400" dirty="0">
                <a:solidFill>
                  <a:schemeClr val="bg1"/>
                </a:solidFill>
              </a:rPr>
              <a:t> (</a:t>
            </a:r>
            <a:r>
              <a:rPr lang="es-AR" sz="2400" dirty="0" err="1">
                <a:solidFill>
                  <a:schemeClr val="bg1"/>
                </a:solidFill>
              </a:rPr>
              <a:t>e.g</a:t>
            </a:r>
            <a:r>
              <a:rPr lang="es-AR" sz="2400" dirty="0">
                <a:solidFill>
                  <a:schemeClr val="bg1"/>
                </a:solidFill>
              </a:rPr>
              <a:t> a line </a:t>
            </a:r>
            <a:r>
              <a:rPr lang="es-AR" sz="2400" dirty="0" err="1">
                <a:solidFill>
                  <a:schemeClr val="bg1"/>
                </a:solidFill>
              </a:rPr>
              <a:t>of</a:t>
            </a:r>
            <a:r>
              <a:rPr lang="es-AR" sz="2400" dirty="0">
                <a:solidFill>
                  <a:schemeClr val="bg1"/>
                </a:solidFill>
              </a:rPr>
              <a:t> </a:t>
            </a:r>
            <a:r>
              <a:rPr lang="es-AR" sz="2400" dirty="0" err="1">
                <a:solidFill>
                  <a:schemeClr val="bg1"/>
                </a:solidFill>
              </a:rPr>
              <a:t>code</a:t>
            </a:r>
            <a:r>
              <a:rPr lang="es-AR" sz="2400" dirty="0">
                <a:solidFill>
                  <a:schemeClr val="bg1"/>
                </a:solidFill>
              </a:rPr>
              <a:t>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2400" dirty="0" err="1">
                <a:solidFill>
                  <a:schemeClr val="bg1"/>
                </a:solidFill>
              </a:rPr>
              <a:t>executing</a:t>
            </a:r>
            <a:r>
              <a:rPr lang="es-AR" sz="2400" dirty="0">
                <a:solidFill>
                  <a:schemeClr val="bg1"/>
                </a:solidFill>
              </a:rPr>
              <a:t> bits </a:t>
            </a:r>
            <a:r>
              <a:rPr lang="es-AR" sz="2400" dirty="0" err="1">
                <a:solidFill>
                  <a:schemeClr val="bg1"/>
                </a:solidFill>
              </a:rPr>
              <a:t>of</a:t>
            </a:r>
            <a:r>
              <a:rPr lang="es-AR" sz="2400" dirty="0">
                <a:solidFill>
                  <a:schemeClr val="bg1"/>
                </a:solidFill>
              </a:rPr>
              <a:t> </a:t>
            </a:r>
            <a:r>
              <a:rPr lang="es-AR" sz="2400" dirty="0" err="1">
                <a:solidFill>
                  <a:schemeClr val="bg1"/>
                </a:solidFill>
              </a:rPr>
              <a:t>code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4" name="Hexágono 3">
            <a:extLst>
              <a:ext uri="{FF2B5EF4-FFF2-40B4-BE49-F238E27FC236}">
                <a16:creationId xmlns:a16="http://schemas.microsoft.com/office/drawing/2014/main" id="{F5BBCA7F-A4D1-4720-87CD-A89F0FF60E21}"/>
              </a:ext>
            </a:extLst>
          </p:cNvPr>
          <p:cNvSpPr/>
          <p:nvPr/>
        </p:nvSpPr>
        <p:spPr>
          <a:xfrm>
            <a:off x="1766769" y="4318687"/>
            <a:ext cx="852863" cy="735227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Hexágono 4">
            <a:extLst>
              <a:ext uri="{FF2B5EF4-FFF2-40B4-BE49-F238E27FC236}">
                <a16:creationId xmlns:a16="http://schemas.microsoft.com/office/drawing/2014/main" id="{C94D2EAF-70F7-475F-BAF9-FD3E24C3916A}"/>
              </a:ext>
            </a:extLst>
          </p:cNvPr>
          <p:cNvSpPr/>
          <p:nvPr/>
        </p:nvSpPr>
        <p:spPr>
          <a:xfrm>
            <a:off x="2734715" y="4318686"/>
            <a:ext cx="852863" cy="735227"/>
          </a:xfrm>
          <a:prstGeom prst="hexagon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Hexágono 5">
            <a:extLst>
              <a:ext uri="{FF2B5EF4-FFF2-40B4-BE49-F238E27FC236}">
                <a16:creationId xmlns:a16="http://schemas.microsoft.com/office/drawing/2014/main" id="{F91DE00E-B3D7-48FC-A1D0-20C63FE8A22C}"/>
              </a:ext>
            </a:extLst>
          </p:cNvPr>
          <p:cNvSpPr/>
          <p:nvPr/>
        </p:nvSpPr>
        <p:spPr>
          <a:xfrm>
            <a:off x="3702661" y="4318685"/>
            <a:ext cx="852863" cy="735227"/>
          </a:xfrm>
          <a:prstGeom prst="hexagon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Hexágono 6">
            <a:extLst>
              <a:ext uri="{FF2B5EF4-FFF2-40B4-BE49-F238E27FC236}">
                <a16:creationId xmlns:a16="http://schemas.microsoft.com/office/drawing/2014/main" id="{1D497EE7-66C8-4E2C-9359-9D9D41B555CF}"/>
              </a:ext>
            </a:extLst>
          </p:cNvPr>
          <p:cNvSpPr/>
          <p:nvPr/>
        </p:nvSpPr>
        <p:spPr>
          <a:xfrm rot="20738650">
            <a:off x="4759165" y="4174523"/>
            <a:ext cx="852863" cy="735227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Hexágono 7">
            <a:extLst>
              <a:ext uri="{FF2B5EF4-FFF2-40B4-BE49-F238E27FC236}">
                <a16:creationId xmlns:a16="http://schemas.microsoft.com/office/drawing/2014/main" id="{7CE1D536-A4A9-4306-B637-CED6C1573774}"/>
              </a:ext>
            </a:extLst>
          </p:cNvPr>
          <p:cNvSpPr/>
          <p:nvPr/>
        </p:nvSpPr>
        <p:spPr>
          <a:xfrm rot="20283693">
            <a:off x="5706336" y="3764688"/>
            <a:ext cx="852863" cy="735227"/>
          </a:xfrm>
          <a:prstGeom prst="hexagon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Hexágono 8">
            <a:extLst>
              <a:ext uri="{FF2B5EF4-FFF2-40B4-BE49-F238E27FC236}">
                <a16:creationId xmlns:a16="http://schemas.microsoft.com/office/drawing/2014/main" id="{97EC5F74-9571-4BD9-A76A-6882D0A1ED1F}"/>
              </a:ext>
            </a:extLst>
          </p:cNvPr>
          <p:cNvSpPr/>
          <p:nvPr/>
        </p:nvSpPr>
        <p:spPr>
          <a:xfrm rot="20939590">
            <a:off x="6665664" y="3401157"/>
            <a:ext cx="852863" cy="735227"/>
          </a:xfrm>
          <a:prstGeom prst="hexagon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D2E86CE4-7388-45FF-9510-0870DDA1F09F}"/>
              </a:ext>
            </a:extLst>
          </p:cNvPr>
          <p:cNvGrpSpPr/>
          <p:nvPr/>
        </p:nvGrpSpPr>
        <p:grpSpPr>
          <a:xfrm rot="2194690">
            <a:off x="7693253" y="3597875"/>
            <a:ext cx="3112089" cy="1219115"/>
            <a:chOff x="8092301" y="3793132"/>
            <a:chExt cx="3112089" cy="1219115"/>
          </a:xfrm>
        </p:grpSpPr>
        <p:sp>
          <p:nvSpPr>
            <p:cNvPr id="10" name="Hexágono 9">
              <a:extLst>
                <a:ext uri="{FF2B5EF4-FFF2-40B4-BE49-F238E27FC236}">
                  <a16:creationId xmlns:a16="http://schemas.microsoft.com/office/drawing/2014/main" id="{0815E9CD-0450-4527-875B-EAA99E6EDB3C}"/>
                </a:ext>
              </a:extLst>
            </p:cNvPr>
            <p:cNvSpPr/>
            <p:nvPr/>
          </p:nvSpPr>
          <p:spPr>
            <a:xfrm rot="20738650">
              <a:off x="8092301" y="4277020"/>
              <a:ext cx="852863" cy="735227"/>
            </a:xfrm>
            <a:prstGeom prst="hexag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Hexágono 10">
              <a:extLst>
                <a:ext uri="{FF2B5EF4-FFF2-40B4-BE49-F238E27FC236}">
                  <a16:creationId xmlns:a16="http://schemas.microsoft.com/office/drawing/2014/main" id="{D4FD3D0E-D634-4FAE-8973-6CB386DA50E9}"/>
                </a:ext>
              </a:extLst>
            </p:cNvPr>
            <p:cNvSpPr/>
            <p:nvPr/>
          </p:nvSpPr>
          <p:spPr>
            <a:xfrm rot="21044560">
              <a:off x="9168668" y="3983495"/>
              <a:ext cx="852863" cy="735227"/>
            </a:xfrm>
            <a:prstGeom prst="hexagon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Hexágono 11">
              <a:extLst>
                <a:ext uri="{FF2B5EF4-FFF2-40B4-BE49-F238E27FC236}">
                  <a16:creationId xmlns:a16="http://schemas.microsoft.com/office/drawing/2014/main" id="{C45252B7-2761-4918-8A84-2A1DBAF5E02A}"/>
                </a:ext>
              </a:extLst>
            </p:cNvPr>
            <p:cNvSpPr/>
            <p:nvPr/>
          </p:nvSpPr>
          <p:spPr>
            <a:xfrm rot="20447204">
              <a:off x="10351527" y="3793132"/>
              <a:ext cx="852863" cy="735227"/>
            </a:xfrm>
            <a:prstGeom prst="hexagon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B5D03227-38CC-498A-AF1E-264D4EB44210}"/>
              </a:ext>
            </a:extLst>
          </p:cNvPr>
          <p:cNvGrpSpPr/>
          <p:nvPr/>
        </p:nvGrpSpPr>
        <p:grpSpPr>
          <a:xfrm rot="639756">
            <a:off x="9805987" y="3066188"/>
            <a:ext cx="1332058" cy="1642965"/>
            <a:chOff x="2255520" y="2150004"/>
            <a:chExt cx="1332058" cy="1642965"/>
          </a:xfrm>
        </p:grpSpPr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FC191E44-21E8-47A4-90E7-78D80407FD45}"/>
                </a:ext>
              </a:extLst>
            </p:cNvPr>
            <p:cNvSpPr/>
            <p:nvPr/>
          </p:nvSpPr>
          <p:spPr>
            <a:xfrm>
              <a:off x="2622080" y="2522420"/>
              <a:ext cx="518332" cy="74483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aseline="-25000" dirty="0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C16E3172-DA02-4585-912A-80DC2026DE72}"/>
                </a:ext>
              </a:extLst>
            </p:cNvPr>
            <p:cNvSpPr/>
            <p:nvPr/>
          </p:nvSpPr>
          <p:spPr>
            <a:xfrm>
              <a:off x="2734715" y="2150871"/>
              <a:ext cx="321275" cy="46166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aseline="-25000" dirty="0"/>
            </a:p>
          </p:txBody>
        </p: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FB78C8CF-4966-4F35-A01A-24E4E58C40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59040" y="2552380"/>
              <a:ext cx="628538" cy="290435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C72E3668-6251-417C-9FCD-71E74CF3F6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55520" y="2612536"/>
              <a:ext cx="479195" cy="28230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91965718-0C17-4F92-9203-2EF8AC1287EA}"/>
                </a:ext>
              </a:extLst>
            </p:cNvPr>
            <p:cNvCxnSpPr>
              <a:cxnSpLocks/>
            </p:cNvCxnSpPr>
            <p:nvPr/>
          </p:nvCxnSpPr>
          <p:spPr>
            <a:xfrm>
              <a:off x="2959040" y="3065275"/>
              <a:ext cx="134904" cy="727694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22772642-A937-445B-ACDD-B73B351D4C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58515" y="3116395"/>
              <a:ext cx="152400" cy="676574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Cara sonriente 27">
              <a:extLst>
                <a:ext uri="{FF2B5EF4-FFF2-40B4-BE49-F238E27FC236}">
                  <a16:creationId xmlns:a16="http://schemas.microsoft.com/office/drawing/2014/main" id="{319D7EC4-F663-4951-A850-B49B3D731287}"/>
                </a:ext>
              </a:extLst>
            </p:cNvPr>
            <p:cNvSpPr/>
            <p:nvPr/>
          </p:nvSpPr>
          <p:spPr>
            <a:xfrm>
              <a:off x="2734715" y="2150004"/>
              <a:ext cx="321275" cy="461665"/>
            </a:xfrm>
            <a:prstGeom prst="smileyFace">
              <a:avLst>
                <a:gd name="adj" fmla="val 465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339747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C1456E-EDB2-4BBB-8615-5B992FC54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1478570"/>
          </a:xfrm>
        </p:spPr>
        <p:txBody>
          <a:bodyPr>
            <a:normAutofit fontScale="90000"/>
          </a:bodyPr>
          <a:lstStyle/>
          <a:p>
            <a:pPr algn="ctr"/>
            <a:r>
              <a:rPr lang="es-AR" sz="5400" dirty="0" err="1"/>
              <a:t>What</a:t>
            </a:r>
            <a:r>
              <a:rPr lang="es-AR" sz="5400" dirty="0"/>
              <a:t> </a:t>
            </a:r>
            <a:r>
              <a:rPr lang="es-AR" sz="5400" dirty="0" err="1"/>
              <a:t>is</a:t>
            </a:r>
            <a:r>
              <a:rPr lang="es-AR" sz="5400" dirty="0"/>
              <a:t> </a:t>
            </a:r>
            <a:r>
              <a:rPr lang="es-AR" sz="5400" dirty="0" err="1"/>
              <a:t>the</a:t>
            </a:r>
            <a:r>
              <a:rPr lang="es-AR" sz="5400" dirty="0"/>
              <a:t> </a:t>
            </a:r>
            <a:r>
              <a:rPr lang="es-AR" sz="5400" b="1" dirty="0">
                <a:solidFill>
                  <a:srgbClr val="7030A0"/>
                </a:solidFill>
              </a:rPr>
              <a:t>Flow</a:t>
            </a:r>
            <a:r>
              <a:rPr lang="es-AR" sz="5400" dirty="0"/>
              <a:t> </a:t>
            </a:r>
            <a:r>
              <a:rPr lang="es-AR" sz="5400" dirty="0" err="1"/>
              <a:t>of</a:t>
            </a:r>
            <a:r>
              <a:rPr lang="es-AR" sz="5400" dirty="0"/>
              <a:t> </a:t>
            </a:r>
            <a:r>
              <a:rPr lang="es-AR" sz="5400" dirty="0" err="1"/>
              <a:t>the</a:t>
            </a:r>
            <a:r>
              <a:rPr lang="es-AR" sz="5400" dirty="0"/>
              <a:t> </a:t>
            </a:r>
            <a:r>
              <a:rPr lang="es-AR" sz="5400" dirty="0" err="1"/>
              <a:t>code</a:t>
            </a:r>
            <a:r>
              <a:rPr lang="es-AR" sz="5400" dirty="0"/>
              <a:t>?</a:t>
            </a:r>
            <a:endParaRPr lang="en-US" sz="5400" dirty="0"/>
          </a:p>
        </p:txBody>
      </p:sp>
      <p:sp>
        <p:nvSpPr>
          <p:cNvPr id="4" name="Hexágono 3">
            <a:extLst>
              <a:ext uri="{FF2B5EF4-FFF2-40B4-BE49-F238E27FC236}">
                <a16:creationId xmlns:a16="http://schemas.microsoft.com/office/drawing/2014/main" id="{F5BBCA7F-A4D1-4720-87CD-A89F0FF60E21}"/>
              </a:ext>
            </a:extLst>
          </p:cNvPr>
          <p:cNvSpPr/>
          <p:nvPr/>
        </p:nvSpPr>
        <p:spPr>
          <a:xfrm>
            <a:off x="1766769" y="4318687"/>
            <a:ext cx="852863" cy="735227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Hexágono 4">
            <a:extLst>
              <a:ext uri="{FF2B5EF4-FFF2-40B4-BE49-F238E27FC236}">
                <a16:creationId xmlns:a16="http://schemas.microsoft.com/office/drawing/2014/main" id="{C94D2EAF-70F7-475F-BAF9-FD3E24C3916A}"/>
              </a:ext>
            </a:extLst>
          </p:cNvPr>
          <p:cNvSpPr/>
          <p:nvPr/>
        </p:nvSpPr>
        <p:spPr>
          <a:xfrm>
            <a:off x="2734715" y="4318686"/>
            <a:ext cx="852863" cy="735227"/>
          </a:xfrm>
          <a:prstGeom prst="hexagon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Hexágono 5">
            <a:extLst>
              <a:ext uri="{FF2B5EF4-FFF2-40B4-BE49-F238E27FC236}">
                <a16:creationId xmlns:a16="http://schemas.microsoft.com/office/drawing/2014/main" id="{F91DE00E-B3D7-48FC-A1D0-20C63FE8A22C}"/>
              </a:ext>
            </a:extLst>
          </p:cNvPr>
          <p:cNvSpPr/>
          <p:nvPr/>
        </p:nvSpPr>
        <p:spPr>
          <a:xfrm>
            <a:off x="3702661" y="4318685"/>
            <a:ext cx="852863" cy="735227"/>
          </a:xfrm>
          <a:prstGeom prst="hexagon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Hexágono 6">
            <a:extLst>
              <a:ext uri="{FF2B5EF4-FFF2-40B4-BE49-F238E27FC236}">
                <a16:creationId xmlns:a16="http://schemas.microsoft.com/office/drawing/2014/main" id="{1D497EE7-66C8-4E2C-9359-9D9D41B555CF}"/>
              </a:ext>
            </a:extLst>
          </p:cNvPr>
          <p:cNvSpPr/>
          <p:nvPr/>
        </p:nvSpPr>
        <p:spPr>
          <a:xfrm rot="20738650">
            <a:off x="4759165" y="4174523"/>
            <a:ext cx="852863" cy="735227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Hexágono 7">
            <a:extLst>
              <a:ext uri="{FF2B5EF4-FFF2-40B4-BE49-F238E27FC236}">
                <a16:creationId xmlns:a16="http://schemas.microsoft.com/office/drawing/2014/main" id="{7CE1D536-A4A9-4306-B637-CED6C1573774}"/>
              </a:ext>
            </a:extLst>
          </p:cNvPr>
          <p:cNvSpPr/>
          <p:nvPr/>
        </p:nvSpPr>
        <p:spPr>
          <a:xfrm rot="20283693">
            <a:off x="5706336" y="3764688"/>
            <a:ext cx="852863" cy="735227"/>
          </a:xfrm>
          <a:prstGeom prst="hexagon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Hexágono 8">
            <a:extLst>
              <a:ext uri="{FF2B5EF4-FFF2-40B4-BE49-F238E27FC236}">
                <a16:creationId xmlns:a16="http://schemas.microsoft.com/office/drawing/2014/main" id="{97EC5F74-9571-4BD9-A76A-6882D0A1ED1F}"/>
              </a:ext>
            </a:extLst>
          </p:cNvPr>
          <p:cNvSpPr/>
          <p:nvPr/>
        </p:nvSpPr>
        <p:spPr>
          <a:xfrm rot="20939590">
            <a:off x="6665664" y="3401157"/>
            <a:ext cx="852863" cy="735227"/>
          </a:xfrm>
          <a:prstGeom prst="hexagon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D2E86CE4-7388-45FF-9510-0870DDA1F09F}"/>
              </a:ext>
            </a:extLst>
          </p:cNvPr>
          <p:cNvGrpSpPr/>
          <p:nvPr/>
        </p:nvGrpSpPr>
        <p:grpSpPr>
          <a:xfrm rot="2194690">
            <a:off x="7693253" y="3597875"/>
            <a:ext cx="3112089" cy="1219115"/>
            <a:chOff x="8092301" y="3793132"/>
            <a:chExt cx="3112089" cy="1219115"/>
          </a:xfrm>
        </p:grpSpPr>
        <p:sp>
          <p:nvSpPr>
            <p:cNvPr id="10" name="Hexágono 9">
              <a:extLst>
                <a:ext uri="{FF2B5EF4-FFF2-40B4-BE49-F238E27FC236}">
                  <a16:creationId xmlns:a16="http://schemas.microsoft.com/office/drawing/2014/main" id="{0815E9CD-0450-4527-875B-EAA99E6EDB3C}"/>
                </a:ext>
              </a:extLst>
            </p:cNvPr>
            <p:cNvSpPr/>
            <p:nvPr/>
          </p:nvSpPr>
          <p:spPr>
            <a:xfrm rot="20738650">
              <a:off x="8092301" y="4277020"/>
              <a:ext cx="852863" cy="735227"/>
            </a:xfrm>
            <a:prstGeom prst="hexag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Hexágono 10">
              <a:extLst>
                <a:ext uri="{FF2B5EF4-FFF2-40B4-BE49-F238E27FC236}">
                  <a16:creationId xmlns:a16="http://schemas.microsoft.com/office/drawing/2014/main" id="{D4FD3D0E-D634-4FAE-8973-6CB386DA50E9}"/>
                </a:ext>
              </a:extLst>
            </p:cNvPr>
            <p:cNvSpPr/>
            <p:nvPr/>
          </p:nvSpPr>
          <p:spPr>
            <a:xfrm rot="21044560">
              <a:off x="9168668" y="3983495"/>
              <a:ext cx="852863" cy="735227"/>
            </a:xfrm>
            <a:prstGeom prst="hexagon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Hexágono 11">
              <a:extLst>
                <a:ext uri="{FF2B5EF4-FFF2-40B4-BE49-F238E27FC236}">
                  <a16:creationId xmlns:a16="http://schemas.microsoft.com/office/drawing/2014/main" id="{C45252B7-2761-4918-8A84-2A1DBAF5E02A}"/>
                </a:ext>
              </a:extLst>
            </p:cNvPr>
            <p:cNvSpPr/>
            <p:nvPr/>
          </p:nvSpPr>
          <p:spPr>
            <a:xfrm rot="20447204">
              <a:off x="10351527" y="3793132"/>
              <a:ext cx="852863" cy="735227"/>
            </a:xfrm>
            <a:prstGeom prst="hexagon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B5D03227-38CC-498A-AF1E-264D4EB44210}"/>
              </a:ext>
            </a:extLst>
          </p:cNvPr>
          <p:cNvGrpSpPr/>
          <p:nvPr/>
        </p:nvGrpSpPr>
        <p:grpSpPr>
          <a:xfrm rot="639756">
            <a:off x="9805987" y="3066188"/>
            <a:ext cx="1332058" cy="1642965"/>
            <a:chOff x="2255520" y="2150004"/>
            <a:chExt cx="1332058" cy="1642965"/>
          </a:xfrm>
        </p:grpSpPr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FC191E44-21E8-47A4-90E7-78D80407FD45}"/>
                </a:ext>
              </a:extLst>
            </p:cNvPr>
            <p:cNvSpPr/>
            <p:nvPr/>
          </p:nvSpPr>
          <p:spPr>
            <a:xfrm>
              <a:off x="2622080" y="2522420"/>
              <a:ext cx="518332" cy="74483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aseline="-25000" dirty="0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C16E3172-DA02-4585-912A-80DC2026DE72}"/>
                </a:ext>
              </a:extLst>
            </p:cNvPr>
            <p:cNvSpPr/>
            <p:nvPr/>
          </p:nvSpPr>
          <p:spPr>
            <a:xfrm>
              <a:off x="2734715" y="2150871"/>
              <a:ext cx="321275" cy="46166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aseline="-25000" dirty="0"/>
            </a:p>
          </p:txBody>
        </p: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FB78C8CF-4966-4F35-A01A-24E4E58C40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59040" y="2552380"/>
              <a:ext cx="628538" cy="290435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C72E3668-6251-417C-9FCD-71E74CF3F6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55520" y="2612536"/>
              <a:ext cx="479195" cy="28230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91965718-0C17-4F92-9203-2EF8AC1287EA}"/>
                </a:ext>
              </a:extLst>
            </p:cNvPr>
            <p:cNvCxnSpPr>
              <a:cxnSpLocks/>
            </p:cNvCxnSpPr>
            <p:nvPr/>
          </p:nvCxnSpPr>
          <p:spPr>
            <a:xfrm>
              <a:off x="2959040" y="3065275"/>
              <a:ext cx="134904" cy="727694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22772642-A937-445B-ACDD-B73B351D4C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58515" y="3116395"/>
              <a:ext cx="152400" cy="676574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Cara sonriente 27">
              <a:extLst>
                <a:ext uri="{FF2B5EF4-FFF2-40B4-BE49-F238E27FC236}">
                  <a16:creationId xmlns:a16="http://schemas.microsoft.com/office/drawing/2014/main" id="{319D7EC4-F663-4951-A850-B49B3D731287}"/>
                </a:ext>
              </a:extLst>
            </p:cNvPr>
            <p:cNvSpPr/>
            <p:nvPr/>
          </p:nvSpPr>
          <p:spPr>
            <a:xfrm>
              <a:off x="2734715" y="2150004"/>
              <a:ext cx="321275" cy="461665"/>
            </a:xfrm>
            <a:prstGeom prst="smileyFace">
              <a:avLst>
                <a:gd name="adj" fmla="val 465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2" name="Imagen 21">
            <a:extLst>
              <a:ext uri="{FF2B5EF4-FFF2-40B4-BE49-F238E27FC236}">
                <a16:creationId xmlns:a16="http://schemas.microsoft.com/office/drawing/2014/main" id="{6BE87AB0-BE7A-4478-A1B1-17A1D9A33C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4863" r="7165"/>
          <a:stretch/>
        </p:blipFill>
        <p:spPr>
          <a:xfrm>
            <a:off x="-146387" y="999149"/>
            <a:ext cx="1903294" cy="5770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0133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C1456E-EDB2-4BBB-8615-5B992FC54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1478570"/>
          </a:xfrm>
        </p:spPr>
        <p:txBody>
          <a:bodyPr>
            <a:normAutofit fontScale="90000"/>
          </a:bodyPr>
          <a:lstStyle/>
          <a:p>
            <a:pPr algn="ctr"/>
            <a:r>
              <a:rPr lang="es-AR" sz="5400" dirty="0" err="1"/>
              <a:t>What</a:t>
            </a:r>
            <a:r>
              <a:rPr lang="es-AR" sz="5400" dirty="0"/>
              <a:t> </a:t>
            </a:r>
            <a:r>
              <a:rPr lang="es-AR" sz="5400" dirty="0" err="1"/>
              <a:t>is</a:t>
            </a:r>
            <a:r>
              <a:rPr lang="es-AR" sz="5400" dirty="0"/>
              <a:t> </a:t>
            </a:r>
            <a:r>
              <a:rPr lang="es-AR" sz="5400" dirty="0" err="1"/>
              <a:t>the</a:t>
            </a:r>
            <a:r>
              <a:rPr lang="es-AR" sz="5400" dirty="0"/>
              <a:t> </a:t>
            </a:r>
            <a:r>
              <a:rPr lang="es-AR" sz="5400" b="1" dirty="0">
                <a:solidFill>
                  <a:srgbClr val="7030A0"/>
                </a:solidFill>
              </a:rPr>
              <a:t>Flow</a:t>
            </a:r>
            <a:r>
              <a:rPr lang="es-AR" sz="5400" dirty="0"/>
              <a:t> </a:t>
            </a:r>
            <a:r>
              <a:rPr lang="es-AR" sz="5400" dirty="0" err="1"/>
              <a:t>of</a:t>
            </a:r>
            <a:r>
              <a:rPr lang="es-AR" sz="5400" dirty="0"/>
              <a:t> </a:t>
            </a:r>
            <a:r>
              <a:rPr lang="es-AR" sz="5400" dirty="0" err="1"/>
              <a:t>the</a:t>
            </a:r>
            <a:r>
              <a:rPr lang="es-AR" sz="5400" dirty="0"/>
              <a:t> </a:t>
            </a:r>
            <a:r>
              <a:rPr lang="es-AR" sz="5400" dirty="0" err="1"/>
              <a:t>code</a:t>
            </a:r>
            <a:r>
              <a:rPr lang="es-AR" sz="5400" dirty="0"/>
              <a:t>?</a:t>
            </a:r>
            <a:endParaRPr lang="en-US" sz="5400" dirty="0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258AC375-1672-4294-BAEB-C538148B130A}"/>
              </a:ext>
            </a:extLst>
          </p:cNvPr>
          <p:cNvSpPr txBox="1"/>
          <p:nvPr/>
        </p:nvSpPr>
        <p:spPr>
          <a:xfrm>
            <a:off x="208904" y="1181025"/>
            <a:ext cx="434808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4000" dirty="0">
                <a:solidFill>
                  <a:schemeClr val="bg1"/>
                </a:solidFill>
              </a:rPr>
              <a:t>Flow </a:t>
            </a:r>
            <a:r>
              <a:rPr lang="es-AR" sz="4000" dirty="0" err="1">
                <a:solidFill>
                  <a:schemeClr val="bg1"/>
                </a:solidFill>
              </a:rPr>
              <a:t>structures</a:t>
            </a:r>
            <a:endParaRPr lang="es-AR" sz="4000" dirty="0">
              <a:solidFill>
                <a:schemeClr val="bg1"/>
              </a:solidFill>
            </a:endParaRPr>
          </a:p>
          <a:p>
            <a:endParaRPr lang="es-AR" sz="4000" dirty="0">
              <a:solidFill>
                <a:schemeClr val="bg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AR" sz="4000" dirty="0" err="1">
                <a:solidFill>
                  <a:schemeClr val="bg1"/>
                </a:solidFill>
              </a:rPr>
              <a:t>If</a:t>
            </a:r>
            <a:r>
              <a:rPr lang="es-AR" sz="4000" dirty="0">
                <a:solidFill>
                  <a:schemeClr val="bg1"/>
                </a:solidFill>
              </a:rPr>
              <a:t> / </a:t>
            </a:r>
            <a:r>
              <a:rPr lang="es-AR" sz="4000" dirty="0" err="1">
                <a:solidFill>
                  <a:schemeClr val="bg1"/>
                </a:solidFill>
              </a:rPr>
              <a:t>elif</a:t>
            </a:r>
            <a:r>
              <a:rPr lang="es-AR" sz="4000" dirty="0">
                <a:solidFill>
                  <a:schemeClr val="bg1"/>
                </a:solidFill>
              </a:rPr>
              <a:t> / </a:t>
            </a:r>
            <a:r>
              <a:rPr lang="es-AR" sz="4000" dirty="0" err="1">
                <a:solidFill>
                  <a:schemeClr val="bg1"/>
                </a:solidFill>
              </a:rPr>
              <a:t>else</a:t>
            </a:r>
            <a:endParaRPr lang="en-US" sz="4000" dirty="0">
              <a:solidFill>
                <a:schemeClr val="bg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While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For</a:t>
            </a:r>
          </a:p>
        </p:txBody>
      </p:sp>
      <p:grpSp>
        <p:nvGrpSpPr>
          <p:cNvPr id="35" name="Grupo 34">
            <a:extLst>
              <a:ext uri="{FF2B5EF4-FFF2-40B4-BE49-F238E27FC236}">
                <a16:creationId xmlns:a16="http://schemas.microsoft.com/office/drawing/2014/main" id="{34115AEC-C61B-44BC-ADF3-94C04859D553}"/>
              </a:ext>
            </a:extLst>
          </p:cNvPr>
          <p:cNvGrpSpPr/>
          <p:nvPr/>
        </p:nvGrpSpPr>
        <p:grpSpPr>
          <a:xfrm>
            <a:off x="4261504" y="3180746"/>
            <a:ext cx="2971274" cy="2340755"/>
            <a:chOff x="5681668" y="3764688"/>
            <a:chExt cx="933272" cy="735227"/>
          </a:xfrm>
        </p:grpSpPr>
        <p:sp>
          <p:nvSpPr>
            <p:cNvPr id="36" name="Hexágono 35">
              <a:extLst>
                <a:ext uri="{FF2B5EF4-FFF2-40B4-BE49-F238E27FC236}">
                  <a16:creationId xmlns:a16="http://schemas.microsoft.com/office/drawing/2014/main" id="{FF6F3A3F-DBAB-4F1F-849D-93D23D80212D}"/>
                </a:ext>
              </a:extLst>
            </p:cNvPr>
            <p:cNvSpPr/>
            <p:nvPr/>
          </p:nvSpPr>
          <p:spPr>
            <a:xfrm rot="20283693">
              <a:off x="5706336" y="3764688"/>
              <a:ext cx="852863" cy="735227"/>
            </a:xfrm>
            <a:prstGeom prst="hexagon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CuadroTexto 37">
              <a:extLst>
                <a:ext uri="{FF2B5EF4-FFF2-40B4-BE49-F238E27FC236}">
                  <a16:creationId xmlns:a16="http://schemas.microsoft.com/office/drawing/2014/main" id="{8EC9696C-2F2F-4897-9390-643D4977F497}"/>
                </a:ext>
              </a:extLst>
            </p:cNvPr>
            <p:cNvSpPr txBox="1"/>
            <p:nvPr/>
          </p:nvSpPr>
          <p:spPr>
            <a:xfrm rot="20351335">
              <a:off x="5681668" y="3941246"/>
              <a:ext cx="933272" cy="3383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3200" b="1" dirty="0">
                  <a:solidFill>
                    <a:schemeClr val="bg1"/>
                  </a:solidFill>
                </a:rPr>
                <a:t>Yes/no</a:t>
              </a:r>
            </a:p>
            <a:p>
              <a:pPr algn="ctr"/>
              <a:r>
                <a:rPr lang="es-AR" sz="3200" b="1" dirty="0" err="1">
                  <a:solidFill>
                    <a:schemeClr val="bg1"/>
                  </a:solidFill>
                </a:rPr>
                <a:t>question</a:t>
              </a:r>
              <a:endParaRPr lang="en-US" sz="32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73A2C569-12EC-4107-868B-B5E996C66A62}"/>
              </a:ext>
            </a:extLst>
          </p:cNvPr>
          <p:cNvGrpSpPr/>
          <p:nvPr/>
        </p:nvGrpSpPr>
        <p:grpSpPr>
          <a:xfrm rot="639756">
            <a:off x="5335022" y="1936788"/>
            <a:ext cx="1332058" cy="1642965"/>
            <a:chOff x="2255520" y="2150004"/>
            <a:chExt cx="1332058" cy="1642965"/>
          </a:xfrm>
        </p:grpSpPr>
        <p:sp>
          <p:nvSpPr>
            <p:cNvPr id="40" name="Elipse 39">
              <a:extLst>
                <a:ext uri="{FF2B5EF4-FFF2-40B4-BE49-F238E27FC236}">
                  <a16:creationId xmlns:a16="http://schemas.microsoft.com/office/drawing/2014/main" id="{2CF088E5-93CE-434D-910D-9B8500C08298}"/>
                </a:ext>
              </a:extLst>
            </p:cNvPr>
            <p:cNvSpPr/>
            <p:nvPr/>
          </p:nvSpPr>
          <p:spPr>
            <a:xfrm>
              <a:off x="2622080" y="2522420"/>
              <a:ext cx="518332" cy="74483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aseline="-25000" dirty="0"/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CEFB5CB3-EEC6-4962-807C-5B0F7CB5FA84}"/>
                </a:ext>
              </a:extLst>
            </p:cNvPr>
            <p:cNvSpPr/>
            <p:nvPr/>
          </p:nvSpPr>
          <p:spPr>
            <a:xfrm>
              <a:off x="2734715" y="2150871"/>
              <a:ext cx="321275" cy="46166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aseline="-25000" dirty="0"/>
            </a:p>
          </p:txBody>
        </p: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40ADA6C6-044C-43E8-9707-12B89A05B5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59040" y="2552380"/>
              <a:ext cx="628538" cy="290435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091332AB-3BE5-4E80-9E25-62B267D8494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55520" y="2612536"/>
              <a:ext cx="479195" cy="28230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DD740562-6341-4E69-BBEF-2F8FEBC2C91C}"/>
                </a:ext>
              </a:extLst>
            </p:cNvPr>
            <p:cNvCxnSpPr>
              <a:cxnSpLocks/>
            </p:cNvCxnSpPr>
            <p:nvPr/>
          </p:nvCxnSpPr>
          <p:spPr>
            <a:xfrm>
              <a:off x="2959040" y="3065275"/>
              <a:ext cx="134904" cy="727694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Conector recto 45">
              <a:extLst>
                <a:ext uri="{FF2B5EF4-FFF2-40B4-BE49-F238E27FC236}">
                  <a16:creationId xmlns:a16="http://schemas.microsoft.com/office/drawing/2014/main" id="{5EEABBCF-E086-4E4F-A6D4-5B0A915D14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58515" y="3116395"/>
              <a:ext cx="152400" cy="676574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7" name="Cara sonriente 46">
              <a:extLst>
                <a:ext uri="{FF2B5EF4-FFF2-40B4-BE49-F238E27FC236}">
                  <a16:creationId xmlns:a16="http://schemas.microsoft.com/office/drawing/2014/main" id="{74B03A19-2054-40B6-8383-97A5BBEF16F4}"/>
                </a:ext>
              </a:extLst>
            </p:cNvPr>
            <p:cNvSpPr/>
            <p:nvPr/>
          </p:nvSpPr>
          <p:spPr>
            <a:xfrm>
              <a:off x="2734715" y="2150004"/>
              <a:ext cx="321275" cy="461665"/>
            </a:xfrm>
            <a:prstGeom prst="smileyFace">
              <a:avLst>
                <a:gd name="adj" fmla="val 465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604215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Hexágono 20">
            <a:extLst>
              <a:ext uri="{FF2B5EF4-FFF2-40B4-BE49-F238E27FC236}">
                <a16:creationId xmlns:a16="http://schemas.microsoft.com/office/drawing/2014/main" id="{B6DB7CCB-BE25-401E-81F4-1794676DE693}"/>
              </a:ext>
            </a:extLst>
          </p:cNvPr>
          <p:cNvSpPr/>
          <p:nvPr/>
        </p:nvSpPr>
        <p:spPr>
          <a:xfrm rot="20989649">
            <a:off x="9036964" y="1710203"/>
            <a:ext cx="1821532" cy="1570287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C1456E-EDB2-4BBB-8615-5B992FC54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1478570"/>
          </a:xfrm>
        </p:spPr>
        <p:txBody>
          <a:bodyPr>
            <a:normAutofit fontScale="90000"/>
          </a:bodyPr>
          <a:lstStyle/>
          <a:p>
            <a:pPr algn="ctr"/>
            <a:r>
              <a:rPr lang="es-AR" sz="5400" dirty="0" err="1"/>
              <a:t>What</a:t>
            </a:r>
            <a:r>
              <a:rPr lang="es-AR" sz="5400" dirty="0"/>
              <a:t> </a:t>
            </a:r>
            <a:r>
              <a:rPr lang="es-AR" sz="5400" dirty="0" err="1"/>
              <a:t>is</a:t>
            </a:r>
            <a:r>
              <a:rPr lang="es-AR" sz="5400" dirty="0"/>
              <a:t> </a:t>
            </a:r>
            <a:r>
              <a:rPr lang="es-AR" sz="5400" dirty="0" err="1"/>
              <a:t>the</a:t>
            </a:r>
            <a:r>
              <a:rPr lang="es-AR" sz="5400" dirty="0"/>
              <a:t> </a:t>
            </a:r>
            <a:r>
              <a:rPr lang="es-AR" sz="5400" b="1" dirty="0">
                <a:solidFill>
                  <a:srgbClr val="7030A0"/>
                </a:solidFill>
              </a:rPr>
              <a:t>Flow</a:t>
            </a:r>
            <a:r>
              <a:rPr lang="es-AR" sz="5400" dirty="0"/>
              <a:t> </a:t>
            </a:r>
            <a:r>
              <a:rPr lang="es-AR" sz="5400" dirty="0" err="1"/>
              <a:t>of</a:t>
            </a:r>
            <a:r>
              <a:rPr lang="es-AR" sz="5400" dirty="0"/>
              <a:t> </a:t>
            </a:r>
            <a:r>
              <a:rPr lang="es-AR" sz="5400" dirty="0" err="1"/>
              <a:t>the</a:t>
            </a:r>
            <a:r>
              <a:rPr lang="es-AR" sz="5400" dirty="0"/>
              <a:t> </a:t>
            </a:r>
            <a:r>
              <a:rPr lang="es-AR" sz="5400" dirty="0" err="1"/>
              <a:t>code</a:t>
            </a:r>
            <a:r>
              <a:rPr lang="es-AR" sz="5400" dirty="0"/>
              <a:t>?</a:t>
            </a:r>
            <a:endParaRPr lang="en-US" sz="5400" dirty="0"/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A3C18EC0-D9BA-4D0E-8D4D-64CAD4E5770F}"/>
              </a:ext>
            </a:extLst>
          </p:cNvPr>
          <p:cNvGrpSpPr/>
          <p:nvPr/>
        </p:nvGrpSpPr>
        <p:grpSpPr>
          <a:xfrm>
            <a:off x="4261504" y="3180746"/>
            <a:ext cx="2971274" cy="2340755"/>
            <a:chOff x="5681668" y="3764688"/>
            <a:chExt cx="933272" cy="735227"/>
          </a:xfrm>
        </p:grpSpPr>
        <p:sp>
          <p:nvSpPr>
            <p:cNvPr id="8" name="Hexágono 7">
              <a:extLst>
                <a:ext uri="{FF2B5EF4-FFF2-40B4-BE49-F238E27FC236}">
                  <a16:creationId xmlns:a16="http://schemas.microsoft.com/office/drawing/2014/main" id="{7CE1D536-A4A9-4306-B637-CED6C1573774}"/>
                </a:ext>
              </a:extLst>
            </p:cNvPr>
            <p:cNvSpPr/>
            <p:nvPr/>
          </p:nvSpPr>
          <p:spPr>
            <a:xfrm rot="20283693">
              <a:off x="5706336" y="3764688"/>
              <a:ext cx="852863" cy="735227"/>
            </a:xfrm>
            <a:prstGeom prst="hexagon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806F96FA-7C93-4125-932B-E518F377D0D6}"/>
                </a:ext>
              </a:extLst>
            </p:cNvPr>
            <p:cNvSpPr txBox="1"/>
            <p:nvPr/>
          </p:nvSpPr>
          <p:spPr>
            <a:xfrm rot="20351335">
              <a:off x="5681668" y="3941246"/>
              <a:ext cx="933272" cy="3383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3200" b="1" dirty="0">
                  <a:solidFill>
                    <a:schemeClr val="bg1"/>
                  </a:solidFill>
                </a:rPr>
                <a:t>Yes/no</a:t>
              </a:r>
            </a:p>
            <a:p>
              <a:pPr algn="ctr"/>
              <a:r>
                <a:rPr lang="es-AR" sz="3200" b="1" dirty="0" err="1">
                  <a:solidFill>
                    <a:schemeClr val="bg1"/>
                  </a:solidFill>
                </a:rPr>
                <a:t>question</a:t>
              </a:r>
              <a:endParaRPr lang="en-US" sz="32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B5D03227-38CC-498A-AF1E-264D4EB44210}"/>
              </a:ext>
            </a:extLst>
          </p:cNvPr>
          <p:cNvGrpSpPr/>
          <p:nvPr/>
        </p:nvGrpSpPr>
        <p:grpSpPr>
          <a:xfrm rot="639756">
            <a:off x="5335022" y="1936788"/>
            <a:ext cx="1332058" cy="1642965"/>
            <a:chOff x="2255520" y="2150004"/>
            <a:chExt cx="1332058" cy="1642965"/>
          </a:xfrm>
        </p:grpSpPr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FC191E44-21E8-47A4-90E7-78D80407FD45}"/>
                </a:ext>
              </a:extLst>
            </p:cNvPr>
            <p:cNvSpPr/>
            <p:nvPr/>
          </p:nvSpPr>
          <p:spPr>
            <a:xfrm>
              <a:off x="2622080" y="2522420"/>
              <a:ext cx="518332" cy="74483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aseline="-25000" dirty="0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C16E3172-DA02-4585-912A-80DC2026DE72}"/>
                </a:ext>
              </a:extLst>
            </p:cNvPr>
            <p:cNvSpPr/>
            <p:nvPr/>
          </p:nvSpPr>
          <p:spPr>
            <a:xfrm>
              <a:off x="2734715" y="2150871"/>
              <a:ext cx="321275" cy="46166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aseline="-25000" dirty="0"/>
            </a:p>
          </p:txBody>
        </p: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FB78C8CF-4966-4F35-A01A-24E4E58C40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59040" y="2552380"/>
              <a:ext cx="628538" cy="290435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C72E3668-6251-417C-9FCD-71E74CF3F6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55520" y="2612536"/>
              <a:ext cx="479195" cy="28230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91965718-0C17-4F92-9203-2EF8AC1287EA}"/>
                </a:ext>
              </a:extLst>
            </p:cNvPr>
            <p:cNvCxnSpPr>
              <a:cxnSpLocks/>
            </p:cNvCxnSpPr>
            <p:nvPr/>
          </p:nvCxnSpPr>
          <p:spPr>
            <a:xfrm>
              <a:off x="2959040" y="3065275"/>
              <a:ext cx="134904" cy="727694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22772642-A937-445B-ACDD-B73B351D4C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58515" y="3116395"/>
              <a:ext cx="152400" cy="676574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Cara sonriente 27">
              <a:extLst>
                <a:ext uri="{FF2B5EF4-FFF2-40B4-BE49-F238E27FC236}">
                  <a16:creationId xmlns:a16="http://schemas.microsoft.com/office/drawing/2014/main" id="{319D7EC4-F663-4951-A850-B49B3D731287}"/>
                </a:ext>
              </a:extLst>
            </p:cNvPr>
            <p:cNvSpPr/>
            <p:nvPr/>
          </p:nvSpPr>
          <p:spPr>
            <a:xfrm>
              <a:off x="2734715" y="2150004"/>
              <a:ext cx="321275" cy="461665"/>
            </a:xfrm>
            <a:prstGeom prst="smileyFace">
              <a:avLst>
                <a:gd name="adj" fmla="val 465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1086E373-EA2C-48E2-95EC-B54A3CAA3D8C}"/>
              </a:ext>
            </a:extLst>
          </p:cNvPr>
          <p:cNvCxnSpPr>
            <a:cxnSpLocks/>
          </p:cNvCxnSpPr>
          <p:nvPr/>
        </p:nvCxnSpPr>
        <p:spPr>
          <a:xfrm flipV="1">
            <a:off x="6733126" y="2648375"/>
            <a:ext cx="2522085" cy="601794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D72E86D-F6D6-4D5D-82C1-0667CA14DF64}"/>
              </a:ext>
            </a:extLst>
          </p:cNvPr>
          <p:cNvSpPr txBox="1"/>
          <p:nvPr/>
        </p:nvSpPr>
        <p:spPr>
          <a:xfrm>
            <a:off x="9220509" y="2100862"/>
            <a:ext cx="3414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4000" dirty="0" err="1">
                <a:solidFill>
                  <a:schemeClr val="bg1"/>
                </a:solidFill>
              </a:rPr>
              <a:t>Path</a:t>
            </a:r>
            <a:r>
              <a:rPr lang="es-AR" sz="4000" dirty="0">
                <a:solidFill>
                  <a:schemeClr val="bg1"/>
                </a:solidFill>
              </a:rPr>
              <a:t> </a:t>
            </a:r>
            <a:r>
              <a:rPr lang="es-AR" sz="4000" dirty="0">
                <a:solidFill>
                  <a:schemeClr val="accent4">
                    <a:lumMod val="50000"/>
                  </a:schemeClr>
                </a:solidFill>
              </a:rPr>
              <a:t>A</a:t>
            </a:r>
            <a:endParaRPr lang="en-US" sz="40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136333A-BD20-40F6-948A-969C5FAC73EF}"/>
              </a:ext>
            </a:extLst>
          </p:cNvPr>
          <p:cNvSpPr txBox="1"/>
          <p:nvPr/>
        </p:nvSpPr>
        <p:spPr>
          <a:xfrm>
            <a:off x="208904" y="1181025"/>
            <a:ext cx="434808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4000" dirty="0">
                <a:solidFill>
                  <a:schemeClr val="bg1"/>
                </a:solidFill>
              </a:rPr>
              <a:t>Flow </a:t>
            </a:r>
            <a:r>
              <a:rPr lang="es-AR" sz="4000" dirty="0" err="1">
                <a:solidFill>
                  <a:schemeClr val="bg1"/>
                </a:solidFill>
              </a:rPr>
              <a:t>structures</a:t>
            </a:r>
            <a:endParaRPr lang="es-AR" sz="4000" dirty="0">
              <a:solidFill>
                <a:schemeClr val="bg1"/>
              </a:solidFill>
            </a:endParaRPr>
          </a:p>
          <a:p>
            <a:endParaRPr lang="es-AR" sz="4000" dirty="0">
              <a:solidFill>
                <a:schemeClr val="bg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AR" sz="4000" dirty="0" err="1">
                <a:solidFill>
                  <a:schemeClr val="bg1"/>
                </a:solidFill>
              </a:rPr>
              <a:t>If</a:t>
            </a:r>
            <a:r>
              <a:rPr lang="es-AR" sz="4000" dirty="0">
                <a:solidFill>
                  <a:schemeClr val="bg1"/>
                </a:solidFill>
              </a:rPr>
              <a:t> / </a:t>
            </a:r>
            <a:r>
              <a:rPr lang="es-AR" sz="4000" dirty="0" err="1">
                <a:solidFill>
                  <a:schemeClr val="bg1"/>
                </a:solidFill>
              </a:rPr>
              <a:t>elif</a:t>
            </a:r>
            <a:r>
              <a:rPr lang="es-AR" sz="4000" dirty="0">
                <a:solidFill>
                  <a:schemeClr val="bg1"/>
                </a:solidFill>
              </a:rPr>
              <a:t> / </a:t>
            </a:r>
            <a:r>
              <a:rPr lang="es-AR" sz="4000" dirty="0" err="1">
                <a:solidFill>
                  <a:schemeClr val="bg1"/>
                </a:solidFill>
              </a:rPr>
              <a:t>else</a:t>
            </a:r>
            <a:endParaRPr lang="en-US" sz="4000" dirty="0">
              <a:solidFill>
                <a:schemeClr val="bg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While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For</a:t>
            </a:r>
          </a:p>
        </p:txBody>
      </p:sp>
    </p:spTree>
    <p:extLst>
      <p:ext uri="{BB962C8B-B14F-4D97-AF65-F5344CB8AC3E}">
        <p14:creationId xmlns:p14="http://schemas.microsoft.com/office/powerpoint/2010/main" val="19172431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Hexágono 20">
            <a:extLst>
              <a:ext uri="{FF2B5EF4-FFF2-40B4-BE49-F238E27FC236}">
                <a16:creationId xmlns:a16="http://schemas.microsoft.com/office/drawing/2014/main" id="{B6DB7CCB-BE25-401E-81F4-1794676DE693}"/>
              </a:ext>
            </a:extLst>
          </p:cNvPr>
          <p:cNvSpPr/>
          <p:nvPr/>
        </p:nvSpPr>
        <p:spPr>
          <a:xfrm rot="20989649">
            <a:off x="9036964" y="1710203"/>
            <a:ext cx="1821532" cy="1570287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C1456E-EDB2-4BBB-8615-5B992FC54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1478570"/>
          </a:xfrm>
        </p:spPr>
        <p:txBody>
          <a:bodyPr>
            <a:normAutofit fontScale="90000"/>
          </a:bodyPr>
          <a:lstStyle/>
          <a:p>
            <a:pPr algn="ctr"/>
            <a:r>
              <a:rPr lang="es-AR" sz="5400" dirty="0" err="1"/>
              <a:t>What</a:t>
            </a:r>
            <a:r>
              <a:rPr lang="es-AR" sz="5400" dirty="0"/>
              <a:t> </a:t>
            </a:r>
            <a:r>
              <a:rPr lang="es-AR" sz="5400" dirty="0" err="1"/>
              <a:t>is</a:t>
            </a:r>
            <a:r>
              <a:rPr lang="es-AR" sz="5400" dirty="0"/>
              <a:t> </a:t>
            </a:r>
            <a:r>
              <a:rPr lang="es-AR" sz="5400" dirty="0" err="1"/>
              <a:t>the</a:t>
            </a:r>
            <a:r>
              <a:rPr lang="es-AR" sz="5400" dirty="0"/>
              <a:t> </a:t>
            </a:r>
            <a:r>
              <a:rPr lang="es-AR" sz="5400" b="1" dirty="0">
                <a:solidFill>
                  <a:srgbClr val="7030A0"/>
                </a:solidFill>
              </a:rPr>
              <a:t>Flow</a:t>
            </a:r>
            <a:r>
              <a:rPr lang="es-AR" sz="5400" dirty="0"/>
              <a:t> </a:t>
            </a:r>
            <a:r>
              <a:rPr lang="es-AR" sz="5400" dirty="0" err="1"/>
              <a:t>of</a:t>
            </a:r>
            <a:r>
              <a:rPr lang="es-AR" sz="5400" dirty="0"/>
              <a:t> </a:t>
            </a:r>
            <a:r>
              <a:rPr lang="es-AR" sz="5400" dirty="0" err="1"/>
              <a:t>the</a:t>
            </a:r>
            <a:r>
              <a:rPr lang="es-AR" sz="5400" dirty="0"/>
              <a:t> </a:t>
            </a:r>
            <a:r>
              <a:rPr lang="es-AR" sz="5400" dirty="0" err="1"/>
              <a:t>code</a:t>
            </a:r>
            <a:r>
              <a:rPr lang="es-AR" sz="5400" dirty="0"/>
              <a:t>?</a:t>
            </a:r>
            <a:endParaRPr lang="en-US" sz="5400" dirty="0"/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A3C18EC0-D9BA-4D0E-8D4D-64CAD4E5770F}"/>
              </a:ext>
            </a:extLst>
          </p:cNvPr>
          <p:cNvGrpSpPr/>
          <p:nvPr/>
        </p:nvGrpSpPr>
        <p:grpSpPr>
          <a:xfrm>
            <a:off x="4261504" y="3180746"/>
            <a:ext cx="2971274" cy="2340755"/>
            <a:chOff x="5681668" y="3764688"/>
            <a:chExt cx="933272" cy="735227"/>
          </a:xfrm>
        </p:grpSpPr>
        <p:sp>
          <p:nvSpPr>
            <p:cNvPr id="8" name="Hexágono 7">
              <a:extLst>
                <a:ext uri="{FF2B5EF4-FFF2-40B4-BE49-F238E27FC236}">
                  <a16:creationId xmlns:a16="http://schemas.microsoft.com/office/drawing/2014/main" id="{7CE1D536-A4A9-4306-B637-CED6C1573774}"/>
                </a:ext>
              </a:extLst>
            </p:cNvPr>
            <p:cNvSpPr/>
            <p:nvPr/>
          </p:nvSpPr>
          <p:spPr>
            <a:xfrm rot="20283693">
              <a:off x="5706336" y="3764688"/>
              <a:ext cx="852863" cy="735227"/>
            </a:xfrm>
            <a:prstGeom prst="hexagon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806F96FA-7C93-4125-932B-E518F377D0D6}"/>
                </a:ext>
              </a:extLst>
            </p:cNvPr>
            <p:cNvSpPr txBox="1"/>
            <p:nvPr/>
          </p:nvSpPr>
          <p:spPr>
            <a:xfrm rot="20351335">
              <a:off x="5681668" y="3941246"/>
              <a:ext cx="933272" cy="3383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3200" b="1" dirty="0">
                  <a:solidFill>
                    <a:schemeClr val="bg1"/>
                  </a:solidFill>
                </a:rPr>
                <a:t>Yes/no</a:t>
              </a:r>
            </a:p>
            <a:p>
              <a:pPr algn="ctr"/>
              <a:r>
                <a:rPr lang="es-AR" sz="3200" b="1" dirty="0" err="1">
                  <a:solidFill>
                    <a:schemeClr val="bg1"/>
                  </a:solidFill>
                </a:rPr>
                <a:t>question</a:t>
              </a:r>
              <a:endParaRPr lang="en-US" sz="32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B5D03227-38CC-498A-AF1E-264D4EB44210}"/>
              </a:ext>
            </a:extLst>
          </p:cNvPr>
          <p:cNvGrpSpPr/>
          <p:nvPr/>
        </p:nvGrpSpPr>
        <p:grpSpPr>
          <a:xfrm rot="639756">
            <a:off x="5335022" y="1936788"/>
            <a:ext cx="1332058" cy="1642965"/>
            <a:chOff x="2255520" y="2150004"/>
            <a:chExt cx="1332058" cy="1642965"/>
          </a:xfrm>
        </p:grpSpPr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FC191E44-21E8-47A4-90E7-78D80407FD45}"/>
                </a:ext>
              </a:extLst>
            </p:cNvPr>
            <p:cNvSpPr/>
            <p:nvPr/>
          </p:nvSpPr>
          <p:spPr>
            <a:xfrm>
              <a:off x="2622080" y="2522420"/>
              <a:ext cx="518332" cy="74483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aseline="-25000" dirty="0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C16E3172-DA02-4585-912A-80DC2026DE72}"/>
                </a:ext>
              </a:extLst>
            </p:cNvPr>
            <p:cNvSpPr/>
            <p:nvPr/>
          </p:nvSpPr>
          <p:spPr>
            <a:xfrm>
              <a:off x="2734715" y="2150871"/>
              <a:ext cx="321275" cy="46166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aseline="-25000" dirty="0"/>
            </a:p>
          </p:txBody>
        </p: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FB78C8CF-4966-4F35-A01A-24E4E58C40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59040" y="2552380"/>
              <a:ext cx="628538" cy="290435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C72E3668-6251-417C-9FCD-71E74CF3F6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55520" y="2612536"/>
              <a:ext cx="479195" cy="28230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91965718-0C17-4F92-9203-2EF8AC1287EA}"/>
                </a:ext>
              </a:extLst>
            </p:cNvPr>
            <p:cNvCxnSpPr>
              <a:cxnSpLocks/>
            </p:cNvCxnSpPr>
            <p:nvPr/>
          </p:nvCxnSpPr>
          <p:spPr>
            <a:xfrm>
              <a:off x="2959040" y="3065275"/>
              <a:ext cx="134904" cy="727694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22772642-A937-445B-ACDD-B73B351D4C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58515" y="3116395"/>
              <a:ext cx="152400" cy="676574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Cara sonriente 27">
              <a:extLst>
                <a:ext uri="{FF2B5EF4-FFF2-40B4-BE49-F238E27FC236}">
                  <a16:creationId xmlns:a16="http://schemas.microsoft.com/office/drawing/2014/main" id="{319D7EC4-F663-4951-A850-B49B3D731287}"/>
                </a:ext>
              </a:extLst>
            </p:cNvPr>
            <p:cNvSpPr/>
            <p:nvPr/>
          </p:nvSpPr>
          <p:spPr>
            <a:xfrm>
              <a:off x="2734715" y="2150004"/>
              <a:ext cx="321275" cy="461665"/>
            </a:xfrm>
            <a:prstGeom prst="smileyFace">
              <a:avLst>
                <a:gd name="adj" fmla="val 465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1086E373-EA2C-48E2-95EC-B54A3CAA3D8C}"/>
              </a:ext>
            </a:extLst>
          </p:cNvPr>
          <p:cNvCxnSpPr>
            <a:cxnSpLocks/>
          </p:cNvCxnSpPr>
          <p:nvPr/>
        </p:nvCxnSpPr>
        <p:spPr>
          <a:xfrm flipV="1">
            <a:off x="6733126" y="2703322"/>
            <a:ext cx="2112433" cy="546847"/>
          </a:xfrm>
          <a:prstGeom prst="straightConnector1">
            <a:avLst/>
          </a:prstGeom>
          <a:ln w="76200">
            <a:solidFill>
              <a:srgbClr val="D0009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D72E86D-F6D6-4D5D-82C1-0667CA14DF64}"/>
              </a:ext>
            </a:extLst>
          </p:cNvPr>
          <p:cNvSpPr txBox="1"/>
          <p:nvPr/>
        </p:nvSpPr>
        <p:spPr>
          <a:xfrm>
            <a:off x="9220509" y="2100862"/>
            <a:ext cx="3414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4000" dirty="0" err="1">
                <a:solidFill>
                  <a:schemeClr val="bg1"/>
                </a:solidFill>
              </a:rPr>
              <a:t>Path</a:t>
            </a:r>
            <a:r>
              <a:rPr lang="es-AR" sz="4000" dirty="0">
                <a:solidFill>
                  <a:schemeClr val="bg1"/>
                </a:solidFill>
              </a:rPr>
              <a:t> </a:t>
            </a:r>
            <a:r>
              <a:rPr lang="es-AR" sz="4000" dirty="0">
                <a:solidFill>
                  <a:schemeClr val="accent4">
                    <a:lumMod val="50000"/>
                  </a:schemeClr>
                </a:solidFill>
              </a:rPr>
              <a:t>A</a:t>
            </a:r>
            <a:endParaRPr lang="en-US" sz="40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136333A-BD20-40F6-948A-969C5FAC73EF}"/>
              </a:ext>
            </a:extLst>
          </p:cNvPr>
          <p:cNvSpPr txBox="1"/>
          <p:nvPr/>
        </p:nvSpPr>
        <p:spPr>
          <a:xfrm>
            <a:off x="208904" y="1181025"/>
            <a:ext cx="434808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4000" dirty="0">
                <a:solidFill>
                  <a:schemeClr val="bg1"/>
                </a:solidFill>
              </a:rPr>
              <a:t>Flow </a:t>
            </a:r>
            <a:r>
              <a:rPr lang="es-AR" sz="4000" dirty="0" err="1">
                <a:solidFill>
                  <a:schemeClr val="bg1"/>
                </a:solidFill>
              </a:rPr>
              <a:t>structures</a:t>
            </a:r>
            <a:endParaRPr lang="es-AR" sz="4000" dirty="0">
              <a:solidFill>
                <a:schemeClr val="bg1"/>
              </a:solidFill>
            </a:endParaRPr>
          </a:p>
          <a:p>
            <a:endParaRPr lang="es-AR" sz="4000" dirty="0">
              <a:solidFill>
                <a:schemeClr val="bg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AR" sz="4000" dirty="0" err="1">
                <a:solidFill>
                  <a:schemeClr val="bg1"/>
                </a:solidFill>
              </a:rPr>
              <a:t>If</a:t>
            </a:r>
            <a:r>
              <a:rPr lang="es-AR" sz="4000" dirty="0">
                <a:solidFill>
                  <a:schemeClr val="bg1"/>
                </a:solidFill>
              </a:rPr>
              <a:t> / </a:t>
            </a:r>
            <a:r>
              <a:rPr lang="es-AR" sz="4000" dirty="0" err="1">
                <a:solidFill>
                  <a:schemeClr val="bg1"/>
                </a:solidFill>
              </a:rPr>
              <a:t>elif</a:t>
            </a:r>
            <a:r>
              <a:rPr lang="es-AR" sz="4000" dirty="0">
                <a:solidFill>
                  <a:schemeClr val="bg1"/>
                </a:solidFill>
              </a:rPr>
              <a:t> / </a:t>
            </a:r>
            <a:r>
              <a:rPr lang="es-AR" sz="4000" dirty="0" err="1">
                <a:solidFill>
                  <a:schemeClr val="bg1"/>
                </a:solidFill>
              </a:rPr>
              <a:t>else</a:t>
            </a:r>
            <a:endParaRPr lang="en-US" sz="4000" dirty="0">
              <a:solidFill>
                <a:schemeClr val="bg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While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For</a:t>
            </a:r>
          </a:p>
        </p:txBody>
      </p:sp>
      <p:sp>
        <p:nvSpPr>
          <p:cNvPr id="23" name="Hexágono 22">
            <a:extLst>
              <a:ext uri="{FF2B5EF4-FFF2-40B4-BE49-F238E27FC236}">
                <a16:creationId xmlns:a16="http://schemas.microsoft.com/office/drawing/2014/main" id="{8C009C86-DF7B-480E-964B-1F9A138D15C7}"/>
              </a:ext>
            </a:extLst>
          </p:cNvPr>
          <p:cNvSpPr/>
          <p:nvPr/>
        </p:nvSpPr>
        <p:spPr>
          <a:xfrm rot="1176379">
            <a:off x="9047289" y="4469834"/>
            <a:ext cx="1917419" cy="1652948"/>
          </a:xfrm>
          <a:prstGeom prst="hexagon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7F6803F5-D202-4708-83E8-E18A9F0D8172}"/>
              </a:ext>
            </a:extLst>
          </p:cNvPr>
          <p:cNvCxnSpPr>
            <a:cxnSpLocks/>
          </p:cNvCxnSpPr>
          <p:nvPr/>
        </p:nvCxnSpPr>
        <p:spPr>
          <a:xfrm>
            <a:off x="7088125" y="4569965"/>
            <a:ext cx="1824489" cy="558089"/>
          </a:xfrm>
          <a:prstGeom prst="straightConnector1">
            <a:avLst/>
          </a:prstGeom>
          <a:ln w="76200">
            <a:solidFill>
              <a:srgbClr val="D0009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53C8745F-7181-42D1-99B9-0618F4F7DB20}"/>
              </a:ext>
            </a:extLst>
          </p:cNvPr>
          <p:cNvSpPr txBox="1"/>
          <p:nvPr/>
        </p:nvSpPr>
        <p:spPr>
          <a:xfrm>
            <a:off x="9341809" y="4962335"/>
            <a:ext cx="3414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4000" dirty="0" err="1">
                <a:solidFill>
                  <a:schemeClr val="bg1"/>
                </a:solidFill>
              </a:rPr>
              <a:t>Path</a:t>
            </a:r>
            <a:r>
              <a:rPr lang="es-AR" sz="4000" dirty="0">
                <a:solidFill>
                  <a:schemeClr val="bg1"/>
                </a:solidFill>
              </a:rPr>
              <a:t> </a:t>
            </a:r>
            <a:r>
              <a:rPr lang="es-AR" sz="4000" dirty="0">
                <a:solidFill>
                  <a:schemeClr val="accent4">
                    <a:lumMod val="50000"/>
                  </a:schemeClr>
                </a:solidFill>
              </a:rPr>
              <a:t>B</a:t>
            </a:r>
            <a:endParaRPr lang="en-US" sz="4000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47517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C1456E-EDB2-4BBB-8615-5B992FC54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1478570"/>
          </a:xfrm>
        </p:spPr>
        <p:txBody>
          <a:bodyPr>
            <a:normAutofit fontScale="90000"/>
          </a:bodyPr>
          <a:lstStyle/>
          <a:p>
            <a:pPr algn="ctr"/>
            <a:r>
              <a:rPr lang="es-AR" sz="5400" dirty="0" err="1"/>
              <a:t>What</a:t>
            </a:r>
            <a:r>
              <a:rPr lang="es-AR" sz="5400" dirty="0"/>
              <a:t> </a:t>
            </a:r>
            <a:r>
              <a:rPr lang="es-AR" sz="5400" dirty="0" err="1"/>
              <a:t>is</a:t>
            </a:r>
            <a:r>
              <a:rPr lang="es-AR" sz="5400" dirty="0"/>
              <a:t> </a:t>
            </a:r>
            <a:r>
              <a:rPr lang="es-AR" sz="5400" dirty="0" err="1"/>
              <a:t>the</a:t>
            </a:r>
            <a:r>
              <a:rPr lang="es-AR" sz="5400" dirty="0"/>
              <a:t> </a:t>
            </a:r>
            <a:r>
              <a:rPr lang="es-AR" sz="5400" b="1" dirty="0">
                <a:solidFill>
                  <a:srgbClr val="7030A0"/>
                </a:solidFill>
              </a:rPr>
              <a:t>Flow</a:t>
            </a:r>
            <a:r>
              <a:rPr lang="es-AR" sz="5400" dirty="0"/>
              <a:t> </a:t>
            </a:r>
            <a:r>
              <a:rPr lang="es-AR" sz="5400" dirty="0" err="1"/>
              <a:t>of</a:t>
            </a:r>
            <a:r>
              <a:rPr lang="es-AR" sz="5400" dirty="0"/>
              <a:t> </a:t>
            </a:r>
            <a:r>
              <a:rPr lang="es-AR" sz="5400" dirty="0" err="1"/>
              <a:t>the</a:t>
            </a:r>
            <a:r>
              <a:rPr lang="es-AR" sz="5400" dirty="0"/>
              <a:t> </a:t>
            </a:r>
            <a:r>
              <a:rPr lang="es-AR" sz="5400" dirty="0" err="1"/>
              <a:t>code</a:t>
            </a:r>
            <a:r>
              <a:rPr lang="es-AR" sz="5400" dirty="0"/>
              <a:t>?</a:t>
            </a:r>
            <a:endParaRPr lang="en-US" sz="5400" dirty="0"/>
          </a:p>
        </p:txBody>
      </p:sp>
      <p:sp>
        <p:nvSpPr>
          <p:cNvPr id="4" name="Hexágono 3">
            <a:extLst>
              <a:ext uri="{FF2B5EF4-FFF2-40B4-BE49-F238E27FC236}">
                <a16:creationId xmlns:a16="http://schemas.microsoft.com/office/drawing/2014/main" id="{F5BBCA7F-A4D1-4720-87CD-A89F0FF60E21}"/>
              </a:ext>
            </a:extLst>
          </p:cNvPr>
          <p:cNvSpPr/>
          <p:nvPr/>
        </p:nvSpPr>
        <p:spPr>
          <a:xfrm>
            <a:off x="395165" y="5406089"/>
            <a:ext cx="852863" cy="735227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Hexágono 4">
            <a:extLst>
              <a:ext uri="{FF2B5EF4-FFF2-40B4-BE49-F238E27FC236}">
                <a16:creationId xmlns:a16="http://schemas.microsoft.com/office/drawing/2014/main" id="{C94D2EAF-70F7-475F-BAF9-FD3E24C3916A}"/>
              </a:ext>
            </a:extLst>
          </p:cNvPr>
          <p:cNvSpPr/>
          <p:nvPr/>
        </p:nvSpPr>
        <p:spPr>
          <a:xfrm>
            <a:off x="1363111" y="5406088"/>
            <a:ext cx="852863" cy="735227"/>
          </a:xfrm>
          <a:prstGeom prst="hexagon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Hexágono 5">
            <a:extLst>
              <a:ext uri="{FF2B5EF4-FFF2-40B4-BE49-F238E27FC236}">
                <a16:creationId xmlns:a16="http://schemas.microsoft.com/office/drawing/2014/main" id="{F91DE00E-B3D7-48FC-A1D0-20C63FE8A22C}"/>
              </a:ext>
            </a:extLst>
          </p:cNvPr>
          <p:cNvSpPr/>
          <p:nvPr/>
        </p:nvSpPr>
        <p:spPr>
          <a:xfrm>
            <a:off x="2331057" y="5406087"/>
            <a:ext cx="852863" cy="735227"/>
          </a:xfrm>
          <a:prstGeom prst="hexagon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Hexágono 6">
            <a:extLst>
              <a:ext uri="{FF2B5EF4-FFF2-40B4-BE49-F238E27FC236}">
                <a16:creationId xmlns:a16="http://schemas.microsoft.com/office/drawing/2014/main" id="{1D497EE7-66C8-4E2C-9359-9D9D41B555CF}"/>
              </a:ext>
            </a:extLst>
          </p:cNvPr>
          <p:cNvSpPr/>
          <p:nvPr/>
        </p:nvSpPr>
        <p:spPr>
          <a:xfrm rot="20738650">
            <a:off x="3387561" y="5261925"/>
            <a:ext cx="852863" cy="735227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Hexágono 7">
            <a:extLst>
              <a:ext uri="{FF2B5EF4-FFF2-40B4-BE49-F238E27FC236}">
                <a16:creationId xmlns:a16="http://schemas.microsoft.com/office/drawing/2014/main" id="{7CE1D536-A4A9-4306-B637-CED6C1573774}"/>
              </a:ext>
            </a:extLst>
          </p:cNvPr>
          <p:cNvSpPr/>
          <p:nvPr/>
        </p:nvSpPr>
        <p:spPr>
          <a:xfrm rot="20283693">
            <a:off x="4334732" y="4852090"/>
            <a:ext cx="852863" cy="735227"/>
          </a:xfrm>
          <a:prstGeom prst="hexagon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Hexágono 8">
            <a:extLst>
              <a:ext uri="{FF2B5EF4-FFF2-40B4-BE49-F238E27FC236}">
                <a16:creationId xmlns:a16="http://schemas.microsoft.com/office/drawing/2014/main" id="{97EC5F74-9571-4BD9-A76A-6882D0A1ED1F}"/>
              </a:ext>
            </a:extLst>
          </p:cNvPr>
          <p:cNvSpPr/>
          <p:nvPr/>
        </p:nvSpPr>
        <p:spPr>
          <a:xfrm rot="20939590">
            <a:off x="5294060" y="4488559"/>
            <a:ext cx="852863" cy="735227"/>
          </a:xfrm>
          <a:prstGeom prst="hexagon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D2E86CE4-7388-45FF-9510-0870DDA1F09F}"/>
              </a:ext>
            </a:extLst>
          </p:cNvPr>
          <p:cNvGrpSpPr/>
          <p:nvPr/>
        </p:nvGrpSpPr>
        <p:grpSpPr>
          <a:xfrm rot="2194690">
            <a:off x="6570229" y="3933158"/>
            <a:ext cx="2852195" cy="1967495"/>
            <a:chOff x="8092301" y="3044752"/>
            <a:chExt cx="2852195" cy="1967495"/>
          </a:xfrm>
        </p:grpSpPr>
        <p:sp>
          <p:nvSpPr>
            <p:cNvPr id="10" name="Hexágono 9">
              <a:extLst>
                <a:ext uri="{FF2B5EF4-FFF2-40B4-BE49-F238E27FC236}">
                  <a16:creationId xmlns:a16="http://schemas.microsoft.com/office/drawing/2014/main" id="{0815E9CD-0450-4527-875B-EAA99E6EDB3C}"/>
                </a:ext>
              </a:extLst>
            </p:cNvPr>
            <p:cNvSpPr/>
            <p:nvPr/>
          </p:nvSpPr>
          <p:spPr>
            <a:xfrm rot="20738650">
              <a:off x="8092301" y="4277020"/>
              <a:ext cx="852863" cy="735227"/>
            </a:xfrm>
            <a:prstGeom prst="hexag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Hexágono 10">
              <a:extLst>
                <a:ext uri="{FF2B5EF4-FFF2-40B4-BE49-F238E27FC236}">
                  <a16:creationId xmlns:a16="http://schemas.microsoft.com/office/drawing/2014/main" id="{D4FD3D0E-D634-4FAE-8973-6CB386DA50E9}"/>
                </a:ext>
              </a:extLst>
            </p:cNvPr>
            <p:cNvSpPr/>
            <p:nvPr/>
          </p:nvSpPr>
          <p:spPr>
            <a:xfrm rot="20400868">
              <a:off x="9132221" y="3810525"/>
              <a:ext cx="852863" cy="735227"/>
            </a:xfrm>
            <a:prstGeom prst="hexagon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Hexágono 11">
              <a:extLst>
                <a:ext uri="{FF2B5EF4-FFF2-40B4-BE49-F238E27FC236}">
                  <a16:creationId xmlns:a16="http://schemas.microsoft.com/office/drawing/2014/main" id="{C45252B7-2761-4918-8A84-2A1DBAF5E02A}"/>
                </a:ext>
              </a:extLst>
            </p:cNvPr>
            <p:cNvSpPr/>
            <p:nvPr/>
          </p:nvSpPr>
          <p:spPr>
            <a:xfrm rot="18928362">
              <a:off x="10091633" y="3044752"/>
              <a:ext cx="852863" cy="735227"/>
            </a:xfrm>
            <a:prstGeom prst="hexagon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06F96FA-7C93-4125-932B-E518F377D0D6}"/>
              </a:ext>
            </a:extLst>
          </p:cNvPr>
          <p:cNvSpPr txBox="1"/>
          <p:nvPr/>
        </p:nvSpPr>
        <p:spPr>
          <a:xfrm rot="20351335">
            <a:off x="4310064" y="4936214"/>
            <a:ext cx="9332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1400" b="1" dirty="0">
                <a:solidFill>
                  <a:schemeClr val="bg1"/>
                </a:solidFill>
              </a:rPr>
              <a:t>Yes/no </a:t>
            </a:r>
            <a:r>
              <a:rPr lang="es-AR" sz="1400" b="1" dirty="0" err="1">
                <a:solidFill>
                  <a:schemeClr val="bg1"/>
                </a:solidFill>
              </a:rPr>
              <a:t>question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23" name="Hexágono 22">
            <a:extLst>
              <a:ext uri="{FF2B5EF4-FFF2-40B4-BE49-F238E27FC236}">
                <a16:creationId xmlns:a16="http://schemas.microsoft.com/office/drawing/2014/main" id="{10CD4003-7DA4-43AE-9723-4E0D93E8D473}"/>
              </a:ext>
            </a:extLst>
          </p:cNvPr>
          <p:cNvSpPr/>
          <p:nvPr/>
        </p:nvSpPr>
        <p:spPr>
          <a:xfrm rot="19161829">
            <a:off x="5160004" y="3154547"/>
            <a:ext cx="852863" cy="735227"/>
          </a:xfrm>
          <a:prstGeom prst="hexagon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Hexágono 24">
            <a:extLst>
              <a:ext uri="{FF2B5EF4-FFF2-40B4-BE49-F238E27FC236}">
                <a16:creationId xmlns:a16="http://schemas.microsoft.com/office/drawing/2014/main" id="{ABF3CB10-A939-44FA-B796-138B12085557}"/>
              </a:ext>
            </a:extLst>
          </p:cNvPr>
          <p:cNvSpPr/>
          <p:nvPr/>
        </p:nvSpPr>
        <p:spPr>
          <a:xfrm rot="17925829">
            <a:off x="4509241" y="3892115"/>
            <a:ext cx="852863" cy="735227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2B9FCAC1-F5F0-4903-B820-7FCF4CE77AEB}"/>
              </a:ext>
            </a:extLst>
          </p:cNvPr>
          <p:cNvSpPr txBox="1"/>
          <p:nvPr/>
        </p:nvSpPr>
        <p:spPr>
          <a:xfrm>
            <a:off x="3766303" y="4276543"/>
            <a:ext cx="691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yes</a:t>
            </a:r>
            <a:endParaRPr lang="en-US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81132D9B-DBC3-46C6-B983-EE63BFA69017}"/>
              </a:ext>
            </a:extLst>
          </p:cNvPr>
          <p:cNvSpPr txBox="1"/>
          <p:nvPr/>
        </p:nvSpPr>
        <p:spPr>
          <a:xfrm>
            <a:off x="5305839" y="5535141"/>
            <a:ext cx="561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no</a:t>
            </a:r>
            <a:endParaRPr lang="en-US" dirty="0"/>
          </a:p>
        </p:txBody>
      </p:sp>
      <p:sp>
        <p:nvSpPr>
          <p:cNvPr id="27" name="Hexágono 26">
            <a:extLst>
              <a:ext uri="{FF2B5EF4-FFF2-40B4-BE49-F238E27FC236}">
                <a16:creationId xmlns:a16="http://schemas.microsoft.com/office/drawing/2014/main" id="{1FA92B10-3A2E-45C6-9D63-46FA331DC5AE}"/>
              </a:ext>
            </a:extLst>
          </p:cNvPr>
          <p:cNvSpPr/>
          <p:nvPr/>
        </p:nvSpPr>
        <p:spPr>
          <a:xfrm>
            <a:off x="5986875" y="2704950"/>
            <a:ext cx="852863" cy="735227"/>
          </a:xfrm>
          <a:prstGeom prst="hexagon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Hexágono 29">
            <a:extLst>
              <a:ext uri="{FF2B5EF4-FFF2-40B4-BE49-F238E27FC236}">
                <a16:creationId xmlns:a16="http://schemas.microsoft.com/office/drawing/2014/main" id="{43FE0B72-4296-44D4-9669-75C566CB5470}"/>
              </a:ext>
            </a:extLst>
          </p:cNvPr>
          <p:cNvSpPr/>
          <p:nvPr/>
        </p:nvSpPr>
        <p:spPr>
          <a:xfrm rot="244342">
            <a:off x="6933743" y="2703437"/>
            <a:ext cx="852863" cy="735227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Hexágono 30">
            <a:extLst>
              <a:ext uri="{FF2B5EF4-FFF2-40B4-BE49-F238E27FC236}">
                <a16:creationId xmlns:a16="http://schemas.microsoft.com/office/drawing/2014/main" id="{A08730B9-273E-4C6F-8D54-574737C1FB44}"/>
              </a:ext>
            </a:extLst>
          </p:cNvPr>
          <p:cNvSpPr/>
          <p:nvPr/>
        </p:nvSpPr>
        <p:spPr>
          <a:xfrm rot="1520184">
            <a:off x="7952902" y="2834002"/>
            <a:ext cx="852863" cy="735227"/>
          </a:xfrm>
          <a:prstGeom prst="hexagon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Conector: curvado 21">
            <a:extLst>
              <a:ext uri="{FF2B5EF4-FFF2-40B4-BE49-F238E27FC236}">
                <a16:creationId xmlns:a16="http://schemas.microsoft.com/office/drawing/2014/main" id="{3DC68577-B6C0-4D83-9A2F-4480403383AA}"/>
              </a:ext>
            </a:extLst>
          </p:cNvPr>
          <p:cNvCxnSpPr>
            <a:cxnSpLocks/>
          </p:cNvCxnSpPr>
          <p:nvPr/>
        </p:nvCxnSpPr>
        <p:spPr>
          <a:xfrm flipV="1">
            <a:off x="5023424" y="5317554"/>
            <a:ext cx="697067" cy="311985"/>
          </a:xfrm>
          <a:prstGeom prst="curvedConnector3">
            <a:avLst>
              <a:gd name="adj1" fmla="val 99192"/>
            </a:avLst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: curvado 36">
            <a:extLst>
              <a:ext uri="{FF2B5EF4-FFF2-40B4-BE49-F238E27FC236}">
                <a16:creationId xmlns:a16="http://schemas.microsoft.com/office/drawing/2014/main" id="{8359465F-05EF-402F-B23C-71ADBCC76594}"/>
              </a:ext>
            </a:extLst>
          </p:cNvPr>
          <p:cNvCxnSpPr>
            <a:cxnSpLocks/>
            <a:endCxn id="18" idx="3"/>
          </p:cNvCxnSpPr>
          <p:nvPr/>
        </p:nvCxnSpPr>
        <p:spPr>
          <a:xfrm rot="5400000" flipH="1" flipV="1">
            <a:off x="4205416" y="4645599"/>
            <a:ext cx="437241" cy="68462"/>
          </a:xfrm>
          <a:prstGeom prst="curvedConnector4">
            <a:avLst>
              <a:gd name="adj1" fmla="val 28883"/>
              <a:gd name="adj2" fmla="val -317385"/>
            </a:avLst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Imagen 31">
            <a:extLst>
              <a:ext uri="{FF2B5EF4-FFF2-40B4-BE49-F238E27FC236}">
                <a16:creationId xmlns:a16="http://schemas.microsoft.com/office/drawing/2014/main" id="{708489AA-A030-4C02-935B-BFF9D2DADE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3993"/>
          <a:stretch/>
        </p:blipFill>
        <p:spPr>
          <a:xfrm>
            <a:off x="3512169" y="1241163"/>
            <a:ext cx="2089318" cy="2104506"/>
          </a:xfrm>
          <a:prstGeom prst="rect">
            <a:avLst/>
          </a:prstGeom>
        </p:spPr>
      </p:pic>
      <p:sp>
        <p:nvSpPr>
          <p:cNvPr id="33" name="CuadroTexto 32">
            <a:extLst>
              <a:ext uri="{FF2B5EF4-FFF2-40B4-BE49-F238E27FC236}">
                <a16:creationId xmlns:a16="http://schemas.microsoft.com/office/drawing/2014/main" id="{C59F6843-C810-49EE-864E-A717A2432948}"/>
              </a:ext>
            </a:extLst>
          </p:cNvPr>
          <p:cNvSpPr txBox="1"/>
          <p:nvPr/>
        </p:nvSpPr>
        <p:spPr>
          <a:xfrm rot="20560595">
            <a:off x="4538168" y="5401459"/>
            <a:ext cx="13379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7200" dirty="0">
                <a:solidFill>
                  <a:schemeClr val="bg1"/>
                </a:solidFill>
              </a:rPr>
              <a:t>I</a:t>
            </a:r>
            <a:r>
              <a:rPr lang="en-US" sz="7200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3" name="Hexágono 2">
            <a:extLst>
              <a:ext uri="{FF2B5EF4-FFF2-40B4-BE49-F238E27FC236}">
                <a16:creationId xmlns:a16="http://schemas.microsoft.com/office/drawing/2014/main" id="{94E60012-42AE-6EB3-A360-20C7B6B4C436}"/>
              </a:ext>
            </a:extLst>
          </p:cNvPr>
          <p:cNvSpPr/>
          <p:nvPr/>
        </p:nvSpPr>
        <p:spPr>
          <a:xfrm rot="1453414">
            <a:off x="8978023" y="3273844"/>
            <a:ext cx="852863" cy="735227"/>
          </a:xfrm>
          <a:prstGeom prst="hexagon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Hexágono 20">
            <a:extLst>
              <a:ext uri="{FF2B5EF4-FFF2-40B4-BE49-F238E27FC236}">
                <a16:creationId xmlns:a16="http://schemas.microsoft.com/office/drawing/2014/main" id="{CB8C223A-2495-EB28-51F2-799C02688287}"/>
              </a:ext>
            </a:extLst>
          </p:cNvPr>
          <p:cNvSpPr/>
          <p:nvPr/>
        </p:nvSpPr>
        <p:spPr>
          <a:xfrm rot="20654328">
            <a:off x="9694700" y="4093596"/>
            <a:ext cx="852863" cy="735227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Hexágono 33">
            <a:extLst>
              <a:ext uri="{FF2B5EF4-FFF2-40B4-BE49-F238E27FC236}">
                <a16:creationId xmlns:a16="http://schemas.microsoft.com/office/drawing/2014/main" id="{047C40A5-2D8C-ECFA-1446-191B5EDFB8AD}"/>
              </a:ext>
            </a:extLst>
          </p:cNvPr>
          <p:cNvSpPr/>
          <p:nvPr/>
        </p:nvSpPr>
        <p:spPr>
          <a:xfrm rot="21123052">
            <a:off x="10678127" y="3784055"/>
            <a:ext cx="852863" cy="735227"/>
          </a:xfrm>
          <a:prstGeom prst="hexagon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Hexágono 34">
            <a:extLst>
              <a:ext uri="{FF2B5EF4-FFF2-40B4-BE49-F238E27FC236}">
                <a16:creationId xmlns:a16="http://schemas.microsoft.com/office/drawing/2014/main" id="{2855CE63-B502-E9E4-D232-C211377117D1}"/>
              </a:ext>
            </a:extLst>
          </p:cNvPr>
          <p:cNvSpPr/>
          <p:nvPr/>
        </p:nvSpPr>
        <p:spPr>
          <a:xfrm>
            <a:off x="11745376" y="3603667"/>
            <a:ext cx="852863" cy="735227"/>
          </a:xfrm>
          <a:prstGeom prst="hexagon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upo 28">
            <a:extLst>
              <a:ext uri="{FF2B5EF4-FFF2-40B4-BE49-F238E27FC236}">
                <a16:creationId xmlns:a16="http://schemas.microsoft.com/office/drawing/2014/main" id="{B5D03227-38CC-498A-AF1E-264D4EB44210}"/>
              </a:ext>
            </a:extLst>
          </p:cNvPr>
          <p:cNvGrpSpPr/>
          <p:nvPr/>
        </p:nvGrpSpPr>
        <p:grpSpPr>
          <a:xfrm>
            <a:off x="197328" y="4196359"/>
            <a:ext cx="1332058" cy="1642965"/>
            <a:chOff x="2255520" y="2150004"/>
            <a:chExt cx="1332058" cy="1642965"/>
          </a:xfrm>
        </p:grpSpPr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FC191E44-21E8-47A4-90E7-78D80407FD45}"/>
                </a:ext>
              </a:extLst>
            </p:cNvPr>
            <p:cNvSpPr/>
            <p:nvPr/>
          </p:nvSpPr>
          <p:spPr>
            <a:xfrm>
              <a:off x="2622080" y="2522420"/>
              <a:ext cx="518332" cy="74483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aseline="-25000" dirty="0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C16E3172-DA02-4585-912A-80DC2026DE72}"/>
                </a:ext>
              </a:extLst>
            </p:cNvPr>
            <p:cNvSpPr/>
            <p:nvPr/>
          </p:nvSpPr>
          <p:spPr>
            <a:xfrm>
              <a:off x="2734715" y="2150871"/>
              <a:ext cx="321275" cy="46166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aseline="-25000" dirty="0"/>
            </a:p>
          </p:txBody>
        </p: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FB78C8CF-4966-4F35-A01A-24E4E58C40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59040" y="2552380"/>
              <a:ext cx="628538" cy="290435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C72E3668-6251-417C-9FCD-71E74CF3F6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55520" y="2612536"/>
              <a:ext cx="479195" cy="28230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91965718-0C17-4F92-9203-2EF8AC1287EA}"/>
                </a:ext>
              </a:extLst>
            </p:cNvPr>
            <p:cNvCxnSpPr>
              <a:cxnSpLocks/>
            </p:cNvCxnSpPr>
            <p:nvPr/>
          </p:nvCxnSpPr>
          <p:spPr>
            <a:xfrm>
              <a:off x="2959040" y="3065275"/>
              <a:ext cx="134904" cy="727694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22772642-A937-445B-ACDD-B73B351D4C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58515" y="3116395"/>
              <a:ext cx="152400" cy="676574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Cara sonriente 27">
              <a:extLst>
                <a:ext uri="{FF2B5EF4-FFF2-40B4-BE49-F238E27FC236}">
                  <a16:creationId xmlns:a16="http://schemas.microsoft.com/office/drawing/2014/main" id="{319D7EC4-F663-4951-A850-B49B3D731287}"/>
                </a:ext>
              </a:extLst>
            </p:cNvPr>
            <p:cNvSpPr/>
            <p:nvPr/>
          </p:nvSpPr>
          <p:spPr>
            <a:xfrm>
              <a:off x="2734715" y="2150004"/>
              <a:ext cx="321275" cy="461665"/>
            </a:xfrm>
            <a:prstGeom prst="smileyFace">
              <a:avLst>
                <a:gd name="adj" fmla="val 465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189307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C1456E-EDB2-4BBB-8615-5B992FC54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1478570"/>
          </a:xfrm>
        </p:spPr>
        <p:txBody>
          <a:bodyPr>
            <a:normAutofit fontScale="90000"/>
          </a:bodyPr>
          <a:lstStyle/>
          <a:p>
            <a:pPr algn="ctr"/>
            <a:r>
              <a:rPr lang="es-AR" sz="5400" b="1" dirty="0" err="1">
                <a:solidFill>
                  <a:srgbClr val="7030A0"/>
                </a:solidFill>
              </a:rPr>
              <a:t>Why</a:t>
            </a:r>
            <a:r>
              <a:rPr lang="es-AR" sz="5400" dirty="0"/>
              <a:t> do we </a:t>
            </a:r>
            <a:r>
              <a:rPr lang="es-AR" sz="5400" b="1" dirty="0" err="1">
                <a:solidFill>
                  <a:srgbClr val="7030A0"/>
                </a:solidFill>
              </a:rPr>
              <a:t>need</a:t>
            </a:r>
            <a:r>
              <a:rPr lang="es-AR" sz="5400" b="1" dirty="0">
                <a:solidFill>
                  <a:srgbClr val="7030A0"/>
                </a:solidFill>
              </a:rPr>
              <a:t> </a:t>
            </a:r>
            <a:r>
              <a:rPr lang="es-AR" sz="5400" dirty="0" err="1"/>
              <a:t>to</a:t>
            </a:r>
            <a:r>
              <a:rPr lang="es-AR" sz="5400" dirty="0"/>
              <a:t> control </a:t>
            </a:r>
            <a:r>
              <a:rPr lang="es-AR" sz="5400" dirty="0" err="1"/>
              <a:t>the</a:t>
            </a:r>
            <a:r>
              <a:rPr lang="es-AR" sz="5400" dirty="0"/>
              <a:t> </a:t>
            </a:r>
            <a:r>
              <a:rPr lang="es-AR" sz="5400" b="1" dirty="0" err="1">
                <a:solidFill>
                  <a:srgbClr val="7030A0"/>
                </a:solidFill>
              </a:rPr>
              <a:t>flow</a:t>
            </a:r>
            <a:r>
              <a:rPr lang="es-AR" sz="5400" dirty="0"/>
              <a:t> </a:t>
            </a:r>
            <a:r>
              <a:rPr lang="es-AR" sz="5400" dirty="0" err="1"/>
              <a:t>of</a:t>
            </a:r>
            <a:r>
              <a:rPr lang="es-AR" sz="5400" dirty="0"/>
              <a:t> </a:t>
            </a:r>
            <a:r>
              <a:rPr lang="es-AR" sz="5400" dirty="0" err="1"/>
              <a:t>the</a:t>
            </a:r>
            <a:r>
              <a:rPr lang="es-AR" sz="5400" dirty="0"/>
              <a:t> </a:t>
            </a:r>
            <a:r>
              <a:rPr lang="es-AR" sz="5400" dirty="0" err="1"/>
              <a:t>code</a:t>
            </a:r>
            <a:r>
              <a:rPr lang="es-AR" sz="5400" dirty="0"/>
              <a:t>?</a:t>
            </a:r>
            <a:endParaRPr lang="en-US" sz="54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8637DD2-0E74-485D-838D-0DC5FE6EF1CF}"/>
              </a:ext>
            </a:extLst>
          </p:cNvPr>
          <p:cNvSpPr txBox="1"/>
          <p:nvPr/>
        </p:nvSpPr>
        <p:spPr>
          <a:xfrm>
            <a:off x="1585783" y="1521819"/>
            <a:ext cx="9020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err="1">
                <a:solidFill>
                  <a:schemeClr val="bg1"/>
                </a:solidFill>
              </a:rPr>
              <a:t>It’s</a:t>
            </a:r>
            <a:r>
              <a:rPr lang="es-AR" dirty="0">
                <a:solidFill>
                  <a:schemeClr val="bg1"/>
                </a:solidFill>
              </a:rPr>
              <a:t> </a:t>
            </a:r>
            <a:r>
              <a:rPr lang="es-AR" dirty="0" err="1">
                <a:solidFill>
                  <a:schemeClr val="bg1"/>
                </a:solidFill>
              </a:rPr>
              <a:t>the</a:t>
            </a:r>
            <a:r>
              <a:rPr lang="es-AR" dirty="0">
                <a:solidFill>
                  <a:schemeClr val="bg1"/>
                </a:solidFill>
              </a:rPr>
              <a:t> </a:t>
            </a:r>
            <a:r>
              <a:rPr lang="es-AR" dirty="0" err="1">
                <a:solidFill>
                  <a:schemeClr val="bg1"/>
                </a:solidFill>
              </a:rPr>
              <a:t>order</a:t>
            </a:r>
            <a:r>
              <a:rPr lang="es-AR" dirty="0">
                <a:solidFill>
                  <a:schemeClr val="bg1"/>
                </a:solidFill>
              </a:rPr>
              <a:t> in </a:t>
            </a:r>
            <a:r>
              <a:rPr lang="es-AR" dirty="0" err="1">
                <a:solidFill>
                  <a:schemeClr val="bg1"/>
                </a:solidFill>
              </a:rPr>
              <a:t>which</a:t>
            </a:r>
            <a:r>
              <a:rPr lang="es-AR" dirty="0">
                <a:solidFill>
                  <a:schemeClr val="bg1"/>
                </a:solidFill>
              </a:rPr>
              <a:t> </a:t>
            </a:r>
            <a:r>
              <a:rPr lang="es-AR" dirty="0" err="1">
                <a:solidFill>
                  <a:schemeClr val="bg1"/>
                </a:solidFill>
              </a:rPr>
              <a:t>our</a:t>
            </a:r>
            <a:r>
              <a:rPr lang="es-AR" dirty="0">
                <a:solidFill>
                  <a:schemeClr val="bg1"/>
                </a:solidFill>
              </a:rPr>
              <a:t> </a:t>
            </a:r>
            <a:r>
              <a:rPr lang="es-AR" dirty="0" err="1">
                <a:solidFill>
                  <a:schemeClr val="bg1"/>
                </a:solidFill>
              </a:rPr>
              <a:t>code</a:t>
            </a:r>
            <a:r>
              <a:rPr lang="es-AR" dirty="0">
                <a:solidFill>
                  <a:schemeClr val="bg1"/>
                </a:solidFill>
              </a:rPr>
              <a:t> </a:t>
            </a:r>
            <a:r>
              <a:rPr lang="es-AR" dirty="0" err="1">
                <a:solidFill>
                  <a:schemeClr val="bg1"/>
                </a:solidFill>
              </a:rPr>
              <a:t>gets</a:t>
            </a:r>
            <a:r>
              <a:rPr lang="es-AR" dirty="0">
                <a:solidFill>
                  <a:schemeClr val="bg1"/>
                </a:solidFill>
              </a:rPr>
              <a:t> </a:t>
            </a:r>
            <a:r>
              <a:rPr lang="es-AR" dirty="0" err="1">
                <a:solidFill>
                  <a:schemeClr val="bg1"/>
                </a:solidFill>
              </a:rPr>
              <a:t>executed</a:t>
            </a:r>
            <a:r>
              <a:rPr lang="es-AR" dirty="0">
                <a:solidFill>
                  <a:schemeClr val="bg1"/>
                </a:solidFill>
              </a:rPr>
              <a:t>!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80126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C1456E-EDB2-4BBB-8615-5B992FC54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995" y="234778"/>
            <a:ext cx="11887200" cy="938433"/>
          </a:xfrm>
        </p:spPr>
        <p:txBody>
          <a:bodyPr>
            <a:normAutofit/>
          </a:bodyPr>
          <a:lstStyle/>
          <a:p>
            <a:pPr algn="ctr"/>
            <a:r>
              <a:rPr lang="es-AR" dirty="0" err="1"/>
              <a:t>Different</a:t>
            </a:r>
            <a:r>
              <a:rPr lang="es-AR" dirty="0"/>
              <a:t> </a:t>
            </a:r>
            <a:r>
              <a:rPr lang="es-AR" dirty="0" err="1"/>
              <a:t>ways</a:t>
            </a:r>
            <a:r>
              <a:rPr lang="es-AR" dirty="0"/>
              <a:t> </a:t>
            </a:r>
            <a:r>
              <a:rPr lang="es-AR" dirty="0" err="1"/>
              <a:t>to</a:t>
            </a:r>
            <a:r>
              <a:rPr lang="es-AR" dirty="0"/>
              <a:t> control </a:t>
            </a:r>
            <a:r>
              <a:rPr lang="es-AR" dirty="0" err="1"/>
              <a:t>the</a:t>
            </a:r>
            <a:r>
              <a:rPr lang="es-AR" dirty="0"/>
              <a:t> Flow </a:t>
            </a:r>
            <a:r>
              <a:rPr lang="es-AR" dirty="0" err="1"/>
              <a:t>of</a:t>
            </a:r>
            <a:r>
              <a:rPr lang="es-AR" dirty="0"/>
              <a:t> </a:t>
            </a:r>
            <a:r>
              <a:rPr lang="es-AR" dirty="0" err="1"/>
              <a:t>our</a:t>
            </a:r>
            <a:r>
              <a:rPr lang="es-AR" dirty="0"/>
              <a:t> </a:t>
            </a:r>
            <a:r>
              <a:rPr lang="es-AR" dirty="0" err="1"/>
              <a:t>code</a:t>
            </a:r>
            <a:r>
              <a:rPr lang="es-AR" dirty="0"/>
              <a:t>…</a:t>
            </a:r>
            <a:endParaRPr lang="en-U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1C4F934-3822-48AD-86A8-98B861473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0180" y="1087392"/>
            <a:ext cx="12452360" cy="5770608"/>
          </a:xfrm>
          <a:prstGeom prst="rect">
            <a:avLst/>
          </a:prstGeom>
        </p:spPr>
      </p:pic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D36E0BC6-141C-4D98-B6D9-7A98CD12F9FC}"/>
              </a:ext>
            </a:extLst>
          </p:cNvPr>
          <p:cNvCxnSpPr/>
          <p:nvPr/>
        </p:nvCxnSpPr>
        <p:spPr>
          <a:xfrm>
            <a:off x="5647039" y="1346886"/>
            <a:ext cx="0" cy="5511114"/>
          </a:xfrm>
          <a:prstGeom prst="line">
            <a:avLst/>
          </a:prstGeom>
          <a:ln w="76200">
            <a:solidFill>
              <a:schemeClr val="accent4">
                <a:lumMod val="60000"/>
                <a:lumOff val="40000"/>
              </a:schemeClr>
            </a:solidFill>
            <a:prstDash val="sysDash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64C1D0C6-9B3B-4781-910B-87889B98413E}"/>
              </a:ext>
            </a:extLst>
          </p:cNvPr>
          <p:cNvCxnSpPr/>
          <p:nvPr/>
        </p:nvCxnSpPr>
        <p:spPr>
          <a:xfrm>
            <a:off x="9135763" y="1217139"/>
            <a:ext cx="0" cy="5511114"/>
          </a:xfrm>
          <a:prstGeom prst="line">
            <a:avLst/>
          </a:prstGeom>
          <a:ln w="76200">
            <a:solidFill>
              <a:schemeClr val="accent4">
                <a:lumMod val="60000"/>
                <a:lumOff val="40000"/>
              </a:schemeClr>
            </a:solidFill>
            <a:prstDash val="sysDash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92783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CB4330-3BDF-44E3-BC73-6466B9C36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3835" y="99534"/>
            <a:ext cx="4382057" cy="1478570"/>
          </a:xfrm>
        </p:spPr>
        <p:txBody>
          <a:bodyPr/>
          <a:lstStyle/>
          <a:p>
            <a:r>
              <a:rPr lang="es-AR" sz="2000" dirty="0" err="1"/>
              <a:t>Types</a:t>
            </a:r>
            <a:r>
              <a:rPr lang="es-AR" sz="2000" dirty="0"/>
              <a:t> </a:t>
            </a:r>
            <a:r>
              <a:rPr lang="es-AR" sz="2000" dirty="0" err="1"/>
              <a:t>of</a:t>
            </a:r>
            <a:r>
              <a:rPr lang="es-AR" sz="2000" dirty="0"/>
              <a:t> Control Flow:</a:t>
            </a:r>
            <a:br>
              <a:rPr lang="es-AR" sz="2000" dirty="0"/>
            </a:br>
            <a:r>
              <a:rPr lang="es-AR" sz="4800" b="1" i="1" dirty="0" err="1">
                <a:solidFill>
                  <a:srgbClr val="FFC000"/>
                </a:solidFill>
              </a:rPr>
              <a:t>sequential</a:t>
            </a:r>
            <a:endParaRPr lang="en-US" b="1" i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5872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CB4330-3BDF-44E3-BC73-6466B9C36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3835" y="99534"/>
            <a:ext cx="4382057" cy="1478570"/>
          </a:xfrm>
        </p:spPr>
        <p:txBody>
          <a:bodyPr/>
          <a:lstStyle/>
          <a:p>
            <a:r>
              <a:rPr lang="es-AR" sz="2000" dirty="0" err="1"/>
              <a:t>Types</a:t>
            </a:r>
            <a:r>
              <a:rPr lang="es-AR" sz="2000" dirty="0"/>
              <a:t> </a:t>
            </a:r>
            <a:r>
              <a:rPr lang="es-AR" sz="2000" dirty="0" err="1"/>
              <a:t>of</a:t>
            </a:r>
            <a:r>
              <a:rPr lang="es-AR" sz="2000" dirty="0"/>
              <a:t> Control Flow:</a:t>
            </a:r>
            <a:br>
              <a:rPr lang="es-AR" sz="2000" dirty="0"/>
            </a:br>
            <a:r>
              <a:rPr lang="es-AR" sz="4800" b="1" i="1" dirty="0" err="1">
                <a:solidFill>
                  <a:srgbClr val="FFC000"/>
                </a:solidFill>
              </a:rPr>
              <a:t>sequential</a:t>
            </a:r>
            <a:endParaRPr lang="en-US" b="1" i="1" dirty="0">
              <a:solidFill>
                <a:srgbClr val="FFC000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47F3BB1-522A-4699-9340-BC9FA6515A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3386" r="6966"/>
          <a:stretch/>
        </p:blipFill>
        <p:spPr>
          <a:xfrm>
            <a:off x="1571888" y="1578104"/>
            <a:ext cx="2030532" cy="4789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0620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CB4330-3BDF-44E3-BC73-6466B9C36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3835" y="99534"/>
            <a:ext cx="4382057" cy="1478570"/>
          </a:xfrm>
        </p:spPr>
        <p:txBody>
          <a:bodyPr/>
          <a:lstStyle/>
          <a:p>
            <a:r>
              <a:rPr lang="es-AR" sz="2000" dirty="0" err="1"/>
              <a:t>Types</a:t>
            </a:r>
            <a:r>
              <a:rPr lang="es-AR" sz="2000" dirty="0"/>
              <a:t> </a:t>
            </a:r>
            <a:r>
              <a:rPr lang="es-AR" sz="2000" dirty="0" err="1"/>
              <a:t>of</a:t>
            </a:r>
            <a:r>
              <a:rPr lang="es-AR" sz="2000" dirty="0"/>
              <a:t> Control Flow:</a:t>
            </a:r>
            <a:br>
              <a:rPr lang="es-AR" sz="2000" dirty="0"/>
            </a:br>
            <a:r>
              <a:rPr lang="es-AR" sz="4800" b="1" i="1" dirty="0" err="1">
                <a:solidFill>
                  <a:srgbClr val="FFC000"/>
                </a:solidFill>
              </a:rPr>
              <a:t>sequential</a:t>
            </a:r>
            <a:endParaRPr lang="en-US" b="1" i="1" dirty="0">
              <a:solidFill>
                <a:srgbClr val="FFC000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47F3BB1-522A-4699-9340-BC9FA6515A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3386" r="6966"/>
          <a:stretch/>
        </p:blipFill>
        <p:spPr>
          <a:xfrm>
            <a:off x="1571888" y="1578104"/>
            <a:ext cx="2030532" cy="4789184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3EC906-1360-4198-BF50-2BD176A9978F}"/>
              </a:ext>
            </a:extLst>
          </p:cNvPr>
          <p:cNvSpPr txBox="1"/>
          <p:nvPr/>
        </p:nvSpPr>
        <p:spPr>
          <a:xfrm>
            <a:off x="5918886" y="2202981"/>
            <a:ext cx="470122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2800" b="1" dirty="0" err="1">
                <a:ln w="1270">
                  <a:solidFill>
                    <a:sysClr val="windowText" lastClr="000000"/>
                  </a:solidFill>
                </a:ln>
              </a:rPr>
              <a:t>This</a:t>
            </a:r>
            <a:r>
              <a:rPr lang="es-AR" sz="2800" b="1" dirty="0">
                <a:ln w="1270">
                  <a:solidFill>
                    <a:sysClr val="windowText" lastClr="000000"/>
                  </a:solidFill>
                </a:ln>
              </a:rPr>
              <a:t> </a:t>
            </a:r>
            <a:r>
              <a:rPr lang="es-AR" sz="2800" b="1" dirty="0" err="1">
                <a:ln w="1270">
                  <a:solidFill>
                    <a:sysClr val="windowText" lastClr="000000"/>
                  </a:solidFill>
                </a:ln>
              </a:rPr>
              <a:t>is</a:t>
            </a:r>
            <a:r>
              <a:rPr lang="es-AR" sz="2800" b="1" dirty="0">
                <a:ln w="1270">
                  <a:solidFill>
                    <a:sysClr val="windowText" lastClr="000000"/>
                  </a:solidFill>
                </a:ln>
              </a:rPr>
              <a:t> </a:t>
            </a:r>
            <a:r>
              <a:rPr lang="es-AR" sz="2800" b="1" dirty="0" err="1">
                <a:ln w="1270">
                  <a:solidFill>
                    <a:sysClr val="windowText" lastClr="000000"/>
                  </a:solidFill>
                </a:ln>
              </a:rPr>
              <a:t>the</a:t>
            </a:r>
            <a:r>
              <a:rPr lang="es-AR" sz="2800" b="1" dirty="0">
                <a:ln w="1270">
                  <a:solidFill>
                    <a:sysClr val="windowText" lastClr="000000"/>
                  </a:solidFill>
                </a:ln>
              </a:rPr>
              <a:t> </a:t>
            </a:r>
            <a:r>
              <a:rPr lang="es-AR" sz="2800" b="1" dirty="0" err="1">
                <a:ln w="1270">
                  <a:solidFill>
                    <a:sysClr val="windowText" lastClr="000000"/>
                  </a:solidFill>
                </a:ln>
              </a:rPr>
              <a:t>one</a:t>
            </a:r>
            <a:r>
              <a:rPr lang="es-AR" sz="2800" b="1" dirty="0">
                <a:ln w="1270">
                  <a:solidFill>
                    <a:sysClr val="windowText" lastClr="000000"/>
                  </a:solidFill>
                </a:ln>
              </a:rPr>
              <a:t> we </a:t>
            </a:r>
            <a:r>
              <a:rPr lang="es-AR" sz="2800" b="1" dirty="0" err="1">
                <a:ln w="1270">
                  <a:solidFill>
                    <a:sysClr val="windowText" lastClr="000000"/>
                  </a:solidFill>
                </a:ln>
              </a:rPr>
              <a:t>have</a:t>
            </a:r>
            <a:r>
              <a:rPr lang="es-AR" sz="2800" b="1" dirty="0">
                <a:ln w="1270">
                  <a:solidFill>
                    <a:sysClr val="windowText" lastClr="000000"/>
                  </a:solidFill>
                </a:ln>
              </a:rPr>
              <a:t> </a:t>
            </a:r>
            <a:r>
              <a:rPr lang="es-AR" sz="2800" b="1" dirty="0" err="1">
                <a:ln w="1270">
                  <a:solidFill>
                    <a:sysClr val="windowText" lastClr="000000"/>
                  </a:solidFill>
                </a:ln>
              </a:rPr>
              <a:t>been</a:t>
            </a:r>
            <a:r>
              <a:rPr lang="es-AR" sz="2800" b="1" dirty="0">
                <a:ln w="1270">
                  <a:solidFill>
                    <a:sysClr val="windowText" lastClr="000000"/>
                  </a:solidFill>
                </a:ln>
              </a:rPr>
              <a:t> </a:t>
            </a:r>
            <a:r>
              <a:rPr lang="es-AR" sz="2800" b="1" dirty="0" err="1">
                <a:ln w="1270">
                  <a:solidFill>
                    <a:sysClr val="windowText" lastClr="000000"/>
                  </a:solidFill>
                </a:ln>
              </a:rPr>
              <a:t>using</a:t>
            </a:r>
            <a:r>
              <a:rPr lang="es-AR" sz="2800" b="1" dirty="0">
                <a:ln w="1270">
                  <a:solidFill>
                    <a:sysClr val="windowText" lastClr="000000"/>
                  </a:solidFill>
                </a:ln>
              </a:rPr>
              <a:t> up </a:t>
            </a:r>
            <a:r>
              <a:rPr lang="es-AR" sz="2800" b="1" dirty="0" err="1">
                <a:ln w="1270">
                  <a:solidFill>
                    <a:sysClr val="windowText" lastClr="000000"/>
                  </a:solidFill>
                </a:ln>
              </a:rPr>
              <a:t>until</a:t>
            </a:r>
            <a:r>
              <a:rPr lang="es-AR" sz="2800" b="1" dirty="0">
                <a:ln w="1270">
                  <a:solidFill>
                    <a:sysClr val="windowText" lastClr="000000"/>
                  </a:solidFill>
                </a:ln>
              </a:rPr>
              <a:t> </a:t>
            </a:r>
            <a:r>
              <a:rPr lang="es-AR" sz="2800" b="1" dirty="0" err="1">
                <a:ln w="1270">
                  <a:solidFill>
                    <a:sysClr val="windowText" lastClr="000000"/>
                  </a:solidFill>
                </a:ln>
              </a:rPr>
              <a:t>now</a:t>
            </a:r>
            <a:r>
              <a:rPr lang="es-AR" sz="2800" b="1" dirty="0">
                <a:ln w="1270">
                  <a:solidFill>
                    <a:sysClr val="windowText" lastClr="000000"/>
                  </a:solidFill>
                </a:ln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2800" b="1" dirty="0">
              <a:ln w="1270">
                <a:solidFill>
                  <a:sysClr val="windowText" lastClr="000000"/>
                </a:solidFill>
              </a:ln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2800" b="1" dirty="0">
              <a:ln w="1270">
                <a:solidFill>
                  <a:sysClr val="windowText" lastClr="000000"/>
                </a:solidFill>
              </a:ln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2800" b="1" dirty="0" err="1">
                <a:ln w="1270">
                  <a:solidFill>
                    <a:sysClr val="windowText" lastClr="000000"/>
                  </a:solidFill>
                </a:ln>
              </a:rPr>
              <a:t>The</a:t>
            </a:r>
            <a:r>
              <a:rPr lang="es-AR" sz="2800" b="1" dirty="0">
                <a:ln w="1270">
                  <a:solidFill>
                    <a:sysClr val="windowText" lastClr="000000"/>
                  </a:solidFill>
                </a:ln>
              </a:rPr>
              <a:t> </a:t>
            </a:r>
            <a:r>
              <a:rPr lang="es-AR" sz="2800" b="1" dirty="0" err="1">
                <a:ln w="1270">
                  <a:solidFill>
                    <a:sysClr val="windowText" lastClr="000000"/>
                  </a:solidFill>
                </a:ln>
              </a:rPr>
              <a:t>code</a:t>
            </a:r>
            <a:r>
              <a:rPr lang="es-AR" sz="2800" b="1" dirty="0">
                <a:ln w="1270">
                  <a:solidFill>
                    <a:sysClr val="windowText" lastClr="000000"/>
                  </a:solidFill>
                </a:ln>
              </a:rPr>
              <a:t> </a:t>
            </a:r>
            <a:r>
              <a:rPr lang="es-AR" sz="2800" b="1" dirty="0" err="1">
                <a:ln w="1270">
                  <a:solidFill>
                    <a:sysClr val="windowText" lastClr="000000"/>
                  </a:solidFill>
                </a:ln>
              </a:rPr>
              <a:t>is</a:t>
            </a:r>
            <a:r>
              <a:rPr lang="es-AR" sz="2800" b="1" dirty="0">
                <a:ln w="1270">
                  <a:solidFill>
                    <a:sysClr val="windowText" lastClr="000000"/>
                  </a:solidFill>
                </a:ln>
              </a:rPr>
              <a:t> </a:t>
            </a:r>
            <a:r>
              <a:rPr lang="es-AR" sz="2800" b="1" dirty="0" err="1">
                <a:ln w="1270">
                  <a:solidFill>
                    <a:sysClr val="windowText" lastClr="000000"/>
                  </a:solidFill>
                </a:ln>
              </a:rPr>
              <a:t>read</a:t>
            </a:r>
            <a:r>
              <a:rPr lang="es-AR" sz="2800" b="1" dirty="0">
                <a:ln w="1270">
                  <a:solidFill>
                    <a:sysClr val="windowText" lastClr="000000"/>
                  </a:solidFill>
                </a:ln>
              </a:rPr>
              <a:t> </a:t>
            </a:r>
            <a:r>
              <a:rPr lang="es-AR" sz="2800" b="1" dirty="0" err="1">
                <a:ln w="1270">
                  <a:solidFill>
                    <a:sysClr val="windowText" lastClr="000000"/>
                  </a:solidFill>
                </a:ln>
              </a:rPr>
              <a:t>from</a:t>
            </a:r>
            <a:r>
              <a:rPr lang="es-AR" sz="2800" b="1" dirty="0">
                <a:ln w="1270">
                  <a:solidFill>
                    <a:sysClr val="windowText" lastClr="000000"/>
                  </a:solidFill>
                </a:ln>
              </a:rPr>
              <a:t> top </a:t>
            </a:r>
            <a:r>
              <a:rPr lang="es-AR" sz="2800" b="1" dirty="0" err="1">
                <a:ln w="1270">
                  <a:solidFill>
                    <a:sysClr val="windowText" lastClr="000000"/>
                  </a:solidFill>
                </a:ln>
              </a:rPr>
              <a:t>to</a:t>
            </a:r>
            <a:r>
              <a:rPr lang="es-AR" sz="2800" b="1" dirty="0">
                <a:ln w="1270">
                  <a:solidFill>
                    <a:sysClr val="windowText" lastClr="000000"/>
                  </a:solidFill>
                </a:ln>
              </a:rPr>
              <a:t> </a:t>
            </a:r>
            <a:r>
              <a:rPr lang="es-AR" sz="2800" b="1" dirty="0" err="1">
                <a:ln w="1270">
                  <a:solidFill>
                    <a:sysClr val="windowText" lastClr="000000"/>
                  </a:solidFill>
                </a:ln>
              </a:rPr>
              <a:t>bottom</a:t>
            </a:r>
            <a:r>
              <a:rPr lang="es-AR" sz="2800" b="1" dirty="0">
                <a:ln w="1270">
                  <a:solidFill>
                    <a:sysClr val="windowText" lastClr="000000"/>
                  </a:solidFill>
                </a:ln>
              </a:rPr>
              <a:t> - </a:t>
            </a:r>
            <a:r>
              <a:rPr lang="es-AR" sz="2800" b="1" dirty="0" err="1">
                <a:ln w="1270">
                  <a:solidFill>
                    <a:sysClr val="windowText" lastClr="000000"/>
                  </a:solidFill>
                </a:ln>
              </a:rPr>
              <a:t>just</a:t>
            </a:r>
            <a:r>
              <a:rPr lang="es-AR" sz="2800" b="1" dirty="0">
                <a:ln w="1270">
                  <a:solidFill>
                    <a:sysClr val="windowText" lastClr="000000"/>
                  </a:solidFill>
                </a:ln>
              </a:rPr>
              <a:t> </a:t>
            </a:r>
            <a:r>
              <a:rPr lang="es-AR" sz="2800" b="1" dirty="0" err="1">
                <a:ln w="1270">
                  <a:solidFill>
                    <a:sysClr val="windowText" lastClr="000000"/>
                  </a:solidFill>
                </a:ln>
              </a:rPr>
              <a:t>like</a:t>
            </a:r>
            <a:r>
              <a:rPr lang="es-AR" sz="2800" b="1" dirty="0">
                <a:ln w="1270">
                  <a:solidFill>
                    <a:sysClr val="windowText" lastClr="000000"/>
                  </a:solidFill>
                </a:ln>
              </a:rPr>
              <a:t> we </a:t>
            </a:r>
            <a:r>
              <a:rPr lang="es-AR" sz="2800" b="1" dirty="0" err="1">
                <a:ln w="1270">
                  <a:solidFill>
                    <a:sysClr val="windowText" lastClr="000000"/>
                  </a:solidFill>
                </a:ln>
              </a:rPr>
              <a:t>humans</a:t>
            </a:r>
            <a:r>
              <a:rPr lang="es-AR" sz="2800" b="1" dirty="0">
                <a:ln w="1270">
                  <a:solidFill>
                    <a:sysClr val="windowText" lastClr="000000"/>
                  </a:solidFill>
                </a:ln>
              </a:rPr>
              <a:t> </a:t>
            </a:r>
            <a:r>
              <a:rPr lang="es-AR" sz="2800" b="1" dirty="0" err="1">
                <a:ln w="1270">
                  <a:solidFill>
                    <a:sysClr val="windowText" lastClr="000000"/>
                  </a:solidFill>
                </a:ln>
              </a:rPr>
              <a:t>read</a:t>
            </a:r>
            <a:r>
              <a:rPr lang="es-AR" sz="2800" b="1" dirty="0">
                <a:ln w="1270">
                  <a:solidFill>
                    <a:sysClr val="windowText" lastClr="000000"/>
                  </a:solidFill>
                </a:ln>
              </a:rPr>
              <a:t> </a:t>
            </a:r>
            <a:r>
              <a:rPr lang="es-AR" sz="2800" b="1" dirty="0" err="1">
                <a:ln w="1270">
                  <a:solidFill>
                    <a:sysClr val="windowText" lastClr="000000"/>
                  </a:solidFill>
                </a:ln>
              </a:rPr>
              <a:t>books</a:t>
            </a:r>
            <a:r>
              <a:rPr lang="es-AR" sz="2800" b="1" dirty="0">
                <a:ln w="1270">
                  <a:solidFill>
                    <a:sysClr val="windowText" lastClr="000000"/>
                  </a:solidFill>
                </a:ln>
              </a:rPr>
              <a:t>, </a:t>
            </a:r>
            <a:r>
              <a:rPr lang="es-AR" sz="2800" b="1" dirty="0" err="1">
                <a:ln w="1270">
                  <a:solidFill>
                    <a:sysClr val="windowText" lastClr="000000"/>
                  </a:solidFill>
                </a:ln>
              </a:rPr>
              <a:t>for</a:t>
            </a:r>
            <a:r>
              <a:rPr lang="es-AR" sz="2800" b="1" dirty="0">
                <a:ln w="1270">
                  <a:solidFill>
                    <a:sysClr val="windowText" lastClr="000000"/>
                  </a:solidFill>
                </a:ln>
              </a:rPr>
              <a:t> </a:t>
            </a:r>
            <a:r>
              <a:rPr lang="es-AR" sz="2800" b="1" dirty="0" err="1">
                <a:ln w="1270">
                  <a:solidFill>
                    <a:sysClr val="windowText" lastClr="000000"/>
                  </a:solidFill>
                </a:ln>
              </a:rPr>
              <a:t>example</a:t>
            </a:r>
            <a:r>
              <a:rPr lang="es-AR" sz="2800" b="1" dirty="0">
                <a:ln w="1270">
                  <a:solidFill>
                    <a:sysClr val="windowText" lastClr="000000"/>
                  </a:solidFill>
                </a:ln>
              </a:rPr>
              <a:t>!</a:t>
            </a:r>
            <a:endParaRPr lang="en-US" sz="2800" b="1" dirty="0">
              <a:ln w="1270">
                <a:solidFill>
                  <a:sysClr val="windowText" lastClr="00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7599076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CB4330-3BDF-44E3-BC73-6466B9C36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3835" y="99534"/>
            <a:ext cx="4382057" cy="1478570"/>
          </a:xfrm>
        </p:spPr>
        <p:txBody>
          <a:bodyPr/>
          <a:lstStyle/>
          <a:p>
            <a:r>
              <a:rPr lang="es-AR" sz="2000" dirty="0" err="1"/>
              <a:t>Types</a:t>
            </a:r>
            <a:r>
              <a:rPr lang="es-AR" sz="2000" dirty="0"/>
              <a:t> </a:t>
            </a:r>
            <a:r>
              <a:rPr lang="es-AR" sz="2000" dirty="0" err="1"/>
              <a:t>of</a:t>
            </a:r>
            <a:r>
              <a:rPr lang="es-AR" sz="2000" dirty="0"/>
              <a:t> Control Flow:</a:t>
            </a:r>
            <a:br>
              <a:rPr lang="es-AR" sz="2000" dirty="0"/>
            </a:br>
            <a:r>
              <a:rPr lang="es-AR" sz="4800" b="1" i="1" dirty="0" err="1">
                <a:solidFill>
                  <a:srgbClr val="FFC000"/>
                </a:solidFill>
              </a:rPr>
              <a:t>sequential</a:t>
            </a:r>
            <a:endParaRPr lang="en-US" b="1" i="1" dirty="0">
              <a:solidFill>
                <a:srgbClr val="FFC000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47F3BB1-522A-4699-9340-BC9FA6515A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3386" r="6966"/>
          <a:stretch/>
        </p:blipFill>
        <p:spPr>
          <a:xfrm>
            <a:off x="1571888" y="1578104"/>
            <a:ext cx="2030532" cy="4789184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3EC906-1360-4198-BF50-2BD176A9978F}"/>
              </a:ext>
            </a:extLst>
          </p:cNvPr>
          <p:cNvSpPr txBox="1"/>
          <p:nvPr/>
        </p:nvSpPr>
        <p:spPr>
          <a:xfrm>
            <a:off x="5918886" y="838819"/>
            <a:ext cx="47012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b="1" dirty="0" err="1">
                <a:ln w="1270">
                  <a:solidFill>
                    <a:sysClr val="windowText" lastClr="000000"/>
                  </a:solidFill>
                </a:ln>
              </a:rPr>
              <a:t>Example</a:t>
            </a:r>
            <a:r>
              <a:rPr lang="es-AR" sz="2800" b="1" dirty="0">
                <a:ln w="1270">
                  <a:solidFill>
                    <a:sysClr val="windowText" lastClr="000000"/>
                  </a:solidFill>
                </a:ln>
              </a:rPr>
              <a:t>:</a:t>
            </a:r>
          </a:p>
          <a:p>
            <a:endParaRPr lang="es-AR" sz="2800" b="1" dirty="0">
              <a:ln w="1270">
                <a:solidFill>
                  <a:sysClr val="windowText" lastClr="00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469501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187</TotalTime>
  <Words>505</Words>
  <Application>Microsoft Office PowerPoint</Application>
  <PresentationFormat>Panorámica</PresentationFormat>
  <Paragraphs>81</Paragraphs>
  <Slides>27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0" baseType="lpstr">
      <vt:lpstr>Arial</vt:lpstr>
      <vt:lpstr>Tw Cen MT</vt:lpstr>
      <vt:lpstr>Circuito</vt:lpstr>
      <vt:lpstr>Python</vt:lpstr>
      <vt:lpstr>What is the Flow of the code?</vt:lpstr>
      <vt:lpstr>What is the Flow of the code?</vt:lpstr>
      <vt:lpstr>What is the Flow of the code?</vt:lpstr>
      <vt:lpstr>What is the Flow of the code?</vt:lpstr>
      <vt:lpstr>What is the Flow of the code?</vt:lpstr>
      <vt:lpstr>What is the Flow of the code?</vt:lpstr>
      <vt:lpstr>What is the Flow of the code?</vt:lpstr>
      <vt:lpstr>What is the Flow of the code?</vt:lpstr>
      <vt:lpstr>What is the Flow of the code?</vt:lpstr>
      <vt:lpstr>What is the Flow of the code?</vt:lpstr>
      <vt:lpstr>What is the Flow of the code?</vt:lpstr>
      <vt:lpstr>What is the Flow of the code?</vt:lpstr>
      <vt:lpstr>What is the Flow of the code?</vt:lpstr>
      <vt:lpstr>What is the Flow of the code?</vt:lpstr>
      <vt:lpstr>What is the Flow of the code?</vt:lpstr>
      <vt:lpstr>What is the Flow of the code?</vt:lpstr>
      <vt:lpstr>What is the Flow of the code?</vt:lpstr>
      <vt:lpstr>What is the Flow of the code?</vt:lpstr>
      <vt:lpstr>What is the Flow of the code?</vt:lpstr>
      <vt:lpstr>What is the Flow of the code?</vt:lpstr>
      <vt:lpstr>Why do we need to control the flow of the code?</vt:lpstr>
      <vt:lpstr>Different ways to control the Flow of our code…</vt:lpstr>
      <vt:lpstr>Types of Control Flow: sequential</vt:lpstr>
      <vt:lpstr>Types of Control Flow: sequential</vt:lpstr>
      <vt:lpstr>Types of Control Flow: sequential</vt:lpstr>
      <vt:lpstr>Types of Control Flow: sequential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</dc:title>
  <dc:creator>Víctor</dc:creator>
  <cp:lastModifiedBy>clau p</cp:lastModifiedBy>
  <cp:revision>18</cp:revision>
  <dcterms:created xsi:type="dcterms:W3CDTF">2025-03-27T18:06:47Z</dcterms:created>
  <dcterms:modified xsi:type="dcterms:W3CDTF">2026-04-13T02:48:17Z</dcterms:modified>
</cp:coreProperties>
</file>