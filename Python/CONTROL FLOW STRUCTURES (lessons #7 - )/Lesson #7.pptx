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  <p:sldId id="259" r:id="rId5"/>
    <p:sldId id="262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4660"/>
  </p:normalViewPr>
  <p:slideViewPr>
    <p:cSldViewPr snapToGrid="0">
      <p:cViewPr>
        <p:scale>
          <a:sx n="80" d="100"/>
          <a:sy n="80" d="100"/>
        </p:scale>
        <p:origin x="300" y="-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84A31F-C53C-88D5-3277-37C9471D37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0EEF6F1-7E19-4FDF-35A0-D27500648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0E5344-1BDF-C77C-DDF1-B529C9DCB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D52073-8620-2A2F-F3FD-636A475E5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2B4BE6-9FBF-A6B5-A2BB-8EB5F142A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56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D43ED-C264-4CAF-2341-7BD62481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B0E29E-5420-C7C8-309A-AB88BDE9A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32963D-DB98-A6E7-336C-C9292EBC9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61F75A-2BBA-B24A-70F3-B06C15400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76937B-E24F-3CC2-4CC9-418A28E6D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019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0E7A5B-7415-BFEE-EE8F-4F5BD09A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226380-3871-62F1-2A2B-7118D5ECB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0D63E8-3ED7-C8D4-B84A-FAF80098B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71AE20-22FB-100A-FF79-1C0996E7F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4B2E69-A42D-EA53-A09F-00660CBD2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583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D1B0D2-B16F-087C-9FBF-5AB664896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94761C-CC1D-E975-E002-513ABC1779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E4CCD5-719C-1E18-8CB1-0567AD5D99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9347154-A4F4-F2A7-D5D2-AD863EF8F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1ABFF31-1594-25F6-1642-DEFE103D4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50BD27F-2422-C04B-7B50-0815B6DE0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297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BC28A7-D36D-6DEF-A6D2-651CB4D34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392A57-35F4-5A90-37DB-E97416731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4FE6191-18C4-819C-25DC-5BFDEE93E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52DCD34-CA42-71B1-CCA6-231C4F0494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4B352DD-BAD0-E812-EAE6-1C168FB4A5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3F01A68-C1F4-9053-ED63-5829D4227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146CC23-758F-48CE-60C4-45620813A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F290276-067B-D3B6-37F9-D58E2ED46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636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F5216D-B928-5E66-3DC2-B69849DD5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825F202-CB70-3A05-564B-5523F4D90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93ED20F-8D8A-594A-BF5C-4379C5724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9426861-3196-FC32-58D2-1441F22A3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584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FD97587-9B5F-21A6-367E-99530EE98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F3E0E86-1073-7D34-70AC-91D89055F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975EA0D-E1F1-05FC-0519-FE5FD973A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085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1FF367-7C85-A2D5-F1DC-691F43F61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292562-B81F-1D07-D77F-08D8ADB5A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E7ADA89-5826-EACB-A7B7-3C4278E98D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56AE3A-6080-0783-065D-28D57D5E8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2EEE1E-FDF8-11C2-E356-792126A72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674140-8A34-AA45-EA6A-440F15B5E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983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598CA-B0BD-FCEC-8EDA-A7AE8DD42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A619CF9-56FE-E63C-6E7D-9202624522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62A051-756A-322F-3792-56B6E84E8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D94223A-89D8-567E-0AE6-3F7E80E5A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F2C310-88C9-F68B-DE15-6CC7285C5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CC3902F-77C5-8197-11FA-B90BFF262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441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83445D-FEF1-5453-ACDC-4FE2EDCFD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D0B6E7E-6816-FDC8-B316-08D32E5098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E31035-40F4-96B1-F55D-DC8155083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34547B-FB11-DBBC-47E5-95452D1FC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8710F4-A46E-E302-B97E-264A92CB6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628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EB2395B-4E02-D6C7-058E-5A06B7441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197DCFC-BCC1-EAA4-31DE-672ACA0A23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602019-92D4-E624-B343-15C7A3D3C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FA7894-C117-2614-141C-838B7394D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ADCB92-5881-7A99-942A-0B33E16DD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147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4AD6C4E-7813-BF7D-7198-E54382318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A11F191-01D7-C807-AAEF-23F504C4D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F288F0-0448-3278-9292-853D1A289E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FDB18-98E6-4A2B-A3F6-0B25054C7CB3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B95982-F410-2B95-D78A-C6D8855D18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CF9B4E-51EF-E20C-E88E-B81137202E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48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5D28C3-34E9-607A-9888-1FFC40D65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b="1" dirty="0" err="1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Lesson</a:t>
            </a:r>
            <a:r>
              <a:rPr lang="es-AR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#7</a:t>
            </a:r>
            <a:endParaRPr lang="en-US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D142D8-A4A7-EBD7-A992-1C553FFEC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dirty="0"/>
              <a:t>	</a:t>
            </a:r>
          </a:p>
          <a:p>
            <a:pPr marL="0" indent="0">
              <a:buNone/>
            </a:pPr>
            <a:r>
              <a:rPr lang="es-AR" sz="240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AR" sz="2400" i="1" dirty="0" err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Making</a:t>
            </a:r>
            <a:r>
              <a:rPr lang="es-AR" sz="240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2400" i="1" dirty="0" err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Decisions</a:t>
            </a:r>
            <a:r>
              <a:rPr lang="es-AR" sz="240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  <a:endParaRPr lang="en-US" sz="2400" i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972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13D8DE-5071-ED40-2EF8-948BB3B77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2559"/>
            <a:ext cx="10515600" cy="5591174"/>
          </a:xfrm>
        </p:spPr>
        <p:txBody>
          <a:bodyPr/>
          <a:lstStyle/>
          <a:p>
            <a:pPr marL="0" indent="0" algn="ctr">
              <a:buNone/>
            </a:pPr>
            <a:r>
              <a:rPr lang="es-AR" dirty="0"/>
              <a:t>Do </a:t>
            </a:r>
            <a:r>
              <a:rPr lang="es-AR" dirty="0" err="1"/>
              <a:t>you</a:t>
            </a:r>
            <a:r>
              <a:rPr lang="es-AR" dirty="0"/>
              <a:t> </a:t>
            </a:r>
            <a:r>
              <a:rPr lang="es-AR" dirty="0" err="1"/>
              <a:t>remember</a:t>
            </a:r>
            <a:r>
              <a:rPr lang="es-AR" dirty="0"/>
              <a:t> </a:t>
            </a:r>
            <a:r>
              <a:rPr lang="es-AR" dirty="0" err="1"/>
              <a:t>the</a:t>
            </a:r>
            <a:r>
              <a:rPr lang="es-AR" dirty="0"/>
              <a:t> Turing Machine?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has…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2 instructions</a:t>
            </a:r>
          </a:p>
          <a:p>
            <a:r>
              <a:rPr lang="en-US" dirty="0"/>
              <a:t>2 decisions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493296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1B7F1CD-65E1-297D-C90B-334F06ABD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11" y="50800"/>
            <a:ext cx="12011378" cy="675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011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B2F4B3-1778-756F-EB9B-661832B36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b="1" dirty="0" err="1">
                <a:latin typeface="Consolas" panose="020B0609020204030204" pitchFamily="49" charset="0"/>
                <a:cs typeface="Cascadia Code SemiBold" panose="020B0609020000020004" pitchFamily="49" charset="0"/>
              </a:rPr>
              <a:t>If</a:t>
            </a:r>
            <a:br>
              <a:rPr lang="es-AR" dirty="0"/>
            </a:br>
            <a:r>
              <a:rPr lang="es-AR" sz="2400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s-AR" sz="2400" i="1" dirty="0" err="1">
                <a:solidFill>
                  <a:schemeClr val="bg2">
                    <a:lumMod val="50000"/>
                  </a:schemeClr>
                </a:solidFill>
              </a:rPr>
              <a:t>branch</a:t>
            </a:r>
            <a:r>
              <a:rPr lang="es-AR" sz="2400" i="1" dirty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en-US" i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1432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A89B0-17E4-4A6C-C094-5E0D43DC4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99EE50-35A8-E45C-7937-CD36ADC60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b="1" dirty="0" err="1">
                <a:latin typeface="Consolas" panose="020B0609020204030204" pitchFamily="49" charset="0"/>
                <a:cs typeface="Cascadia Code SemiBold" panose="020B0609020000020004" pitchFamily="49" charset="0"/>
              </a:rPr>
              <a:t>If</a:t>
            </a:r>
            <a:br>
              <a:rPr lang="es-AR" dirty="0"/>
            </a:br>
            <a:r>
              <a:rPr lang="es-AR" sz="2400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s-AR" sz="2400" i="1" dirty="0" err="1">
                <a:solidFill>
                  <a:schemeClr val="bg2">
                    <a:lumMod val="50000"/>
                  </a:schemeClr>
                </a:solidFill>
              </a:rPr>
              <a:t>branch</a:t>
            </a:r>
            <a:r>
              <a:rPr lang="es-AR" sz="2400" i="1" dirty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en-US" i="1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176EFDE-E33D-D135-5937-8483FCBCBA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220" y="879833"/>
            <a:ext cx="4868780" cy="488176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A472234-5CF7-A9D7-788C-BB6300035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053" y="1359568"/>
            <a:ext cx="5385596" cy="3537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628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AA4A2C-E2FF-62C5-40E9-8254794D8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b="1" dirty="0" err="1">
                <a:latin typeface="Consolas" panose="020B0609020204030204" pitchFamily="49" charset="0"/>
                <a:cs typeface="Cascadia Code SemiBold" panose="020B0609020000020004" pitchFamily="49" charset="0"/>
              </a:rPr>
              <a:t>While</a:t>
            </a:r>
            <a:br>
              <a:rPr lang="es-AR" dirty="0"/>
            </a:br>
            <a:r>
              <a:rPr lang="es-AR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s-AR" i="1" dirty="0" err="1">
                <a:solidFill>
                  <a:schemeClr val="bg2">
                    <a:lumMod val="50000"/>
                  </a:schemeClr>
                </a:solidFill>
              </a:rPr>
              <a:t>loop</a:t>
            </a:r>
            <a:r>
              <a:rPr lang="es-AR" i="1" dirty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7D51C3-5EF3-749B-27FD-8C8A89953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723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CB5DFC-30DB-1EBB-370A-153992193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b="1" dirty="0" err="1">
                <a:latin typeface="Consolas" panose="020B0609020204030204" pitchFamily="49" charset="0"/>
                <a:cs typeface="Cascadia Code SemiBold" panose="020B0609020000020004" pitchFamily="49" charset="0"/>
              </a:rPr>
              <a:t>For</a:t>
            </a:r>
            <a:br>
              <a:rPr lang="es-AR" dirty="0"/>
            </a:br>
            <a:r>
              <a:rPr lang="es-AR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s-AR" i="1" dirty="0" err="1">
                <a:solidFill>
                  <a:schemeClr val="bg2">
                    <a:lumMod val="50000"/>
                  </a:schemeClr>
                </a:solidFill>
              </a:rPr>
              <a:t>loop</a:t>
            </a:r>
            <a:r>
              <a:rPr lang="es-AR" i="1" dirty="0">
                <a:solidFill>
                  <a:schemeClr val="bg2">
                    <a:lumMod val="50000"/>
                  </a:schemeClr>
                </a:solidFill>
              </a:rPr>
              <a:t>)</a:t>
            </a:r>
            <a:r>
              <a:rPr lang="es-AR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3092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42</Words>
  <Application>Microsoft Office PowerPoint</Application>
  <PresentationFormat>Panorámica</PresentationFormat>
  <Paragraphs>15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</vt:lpstr>
      <vt:lpstr>Consolas</vt:lpstr>
      <vt:lpstr>Tema de Office</vt:lpstr>
      <vt:lpstr>Lesson #7</vt:lpstr>
      <vt:lpstr>Presentación de PowerPoint</vt:lpstr>
      <vt:lpstr>Presentación de PowerPoint</vt:lpstr>
      <vt:lpstr>If (branch)</vt:lpstr>
      <vt:lpstr>If (branch)</vt:lpstr>
      <vt:lpstr>While (loop)</vt:lpstr>
      <vt:lpstr>For (loop)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 p</dc:creator>
  <cp:lastModifiedBy>clau p</cp:lastModifiedBy>
  <cp:revision>6</cp:revision>
  <dcterms:created xsi:type="dcterms:W3CDTF">2026-04-13T02:37:44Z</dcterms:created>
  <dcterms:modified xsi:type="dcterms:W3CDTF">2026-04-13T03:35:25Z</dcterms:modified>
</cp:coreProperties>
</file>