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>
        <p:scale>
          <a:sx n="100" d="100"/>
          <a:sy n="100" d="100"/>
        </p:scale>
        <p:origin x="-522" y="-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4E59F-F812-1B52-ADDA-EF7D7D561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0752F0-2A2B-EC89-E71B-3FEE4B6C1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49A9FE-1B19-3BC8-AFB3-B721E548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11C3F-BA2D-8D39-062F-D1D6953D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98D743-A343-3EAE-589B-9E90F8BF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4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7142C-850A-FB14-2DFA-914F6461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DAA408-896D-EE21-EDA9-2453F902A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62CA0F-8F60-5621-EB24-2F51D624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4B4C96-5213-C5C9-C637-478B4C49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5F33CA-0BBA-3F4D-4109-73D9CC5F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0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F5985-DDF0-49B4-39BB-62B2C151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C3DA1E-3B5F-851C-F764-061EEC301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4813CE-1B9B-76E0-9ECF-CDA645D4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8A96D-E97B-855A-B0C8-9B5231F6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4EE3AF-2D3A-2468-400C-A8981CD2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4FC58-D0B4-A800-34D9-6920CEF3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060AF4-010F-8C2A-91AB-7E90B3424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B74014-D3DF-08D3-A396-89B6E78A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FDD030-5EC4-39AD-F739-D97D2E3A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3B473F-0363-612A-6EDF-4497F852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DC44DD-1726-0169-CF99-F884B024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805F1-627B-6520-7EC8-9BC3971B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033FB4-8989-37E4-5AEA-07EBE027E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638524-A86E-AC67-5F6B-D0A19D953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1A7156D-54EF-197E-1614-E9FF8B496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2E85CCC-ADC6-6522-405C-8C9580A25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0A6C57-A24E-714C-BA66-CC10D39E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8B4632-347A-8EC1-A59E-18FB6BB0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F72D7B-A10D-1CE2-60BF-209F21EA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B211F-764D-B32A-6CD1-B61C9B95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28DCEDA-A1DA-0829-3370-42BBDB75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DAD841-3038-EA77-7ADD-C8399C5E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4AEA28-FC72-4843-4954-567D8D6E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87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ACCCE4-B765-A996-D2CD-9DB803E8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4DECB8-8C86-584E-0F2C-AB624B72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C52051-E1BF-701A-35E6-FC461FF6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7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E8F14-3F82-CC19-356C-6801C567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D484EB-C9DA-BBE7-E10D-FED75A522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5D280-7594-4C5C-0EEF-6A2162B1B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9830DF-2E7F-508D-76AE-6C0E9174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7A12-2E4C-F6FE-0BD7-0A509B4A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32C33-55F5-2DAE-DD04-92511578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8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7F7A4-3F19-A228-0D02-968CA805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F9D557-6B79-80F8-F876-B759A2A5D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0B0EA2-468B-37E7-2F01-307BBAB3D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15E605-5B80-6838-D242-D3CABC77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BF6BC6-B695-D9EA-BDEC-B8E757ED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9E505E-1EB4-AC5D-5A0F-B9E8C1DF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1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B6AA8-2919-F85C-3ACC-A46902D7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B17A8-4A99-6B6E-08F6-C143B2105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4B82E-CAB2-C3BD-F703-FDF87EEC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9A5C6E-A5CF-DCB8-8656-9C12D3EE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47B92F-DCA4-CC6A-87D2-3B93DF21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9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B6BC71-1F7F-D105-2687-CEF9428FD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9333BE-2310-FB41-646E-CCD904A20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CA8D65-2040-C4E3-070F-132B02EB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CCA667-F34D-0FC2-0633-2F4973AC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E4202-7456-4C9C-2DFE-B5A1DB5D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3FBE52-5C77-7A15-8D2C-8FBE16F5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132419-8196-5CA7-8AA6-AB03C0A97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E41F7-84EF-1591-3204-27F25E507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41968-0D95-496B-A0FC-6706BC69C32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84E01-D55A-EDF0-E77A-96D535666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E3D98D-EA89-0FE3-08A7-690B5B187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1D087-D03D-4AC4-8335-33600A57FF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2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6A7D0-0067-4828-1738-4D229080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 in Python</a:t>
            </a:r>
          </a:p>
        </p:txBody>
      </p:sp>
    </p:spTree>
    <p:extLst>
      <p:ext uri="{BB962C8B-B14F-4D97-AF65-F5344CB8AC3E}">
        <p14:creationId xmlns:p14="http://schemas.microsoft.com/office/powerpoint/2010/main" val="376465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B69C7B-9CD6-ED46-2AE5-D902F7CB7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0328-8072-5796-8DEA-EA072BCC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993B54-D6EC-C876-3D7C-40BCCFDA4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3" y="749930"/>
            <a:ext cx="10694674" cy="535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0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C155-BB1C-3FF5-837A-B0EC1862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551FE-937F-ECA0-81C1-3F3A276F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in Python</a:t>
            </a:r>
          </a:p>
        </p:txBody>
      </p:sp>
      <p:sp>
        <p:nvSpPr>
          <p:cNvPr id="3" name="AutoShape 2" descr="python">
            <a:extLst>
              <a:ext uri="{FF2B5EF4-FFF2-40B4-BE49-F238E27FC236}">
                <a16:creationId xmlns:a16="http://schemas.microsoft.com/office/drawing/2014/main" id="{97C43A52-21A2-B160-9242-0E5E88C66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5240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59CA03-B0AA-3812-50D5-0F0BE6A3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2788090"/>
            <a:ext cx="762106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8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0BF0-22F9-8500-B4BD-BD755F98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76080-9508-B823-9B92-9B43A064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in Python</a:t>
            </a:r>
          </a:p>
        </p:txBody>
      </p:sp>
      <p:sp>
        <p:nvSpPr>
          <p:cNvPr id="3" name="AutoShape 2" descr="python">
            <a:extLst>
              <a:ext uri="{FF2B5EF4-FFF2-40B4-BE49-F238E27FC236}">
                <a16:creationId xmlns:a16="http://schemas.microsoft.com/office/drawing/2014/main" id="{78D6F4BE-22F6-3718-32A1-9AA39E7890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5240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A0C52A-661B-AC70-C729-70BD035DD60E}"/>
              </a:ext>
            </a:extLst>
          </p:cNvPr>
          <p:cNvSpPr txBox="1"/>
          <p:nvPr/>
        </p:nvSpPr>
        <p:spPr>
          <a:xfrm>
            <a:off x="3392311" y="2346270"/>
            <a:ext cx="5407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The most important ones…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CC80CBF-D061-246C-F6F2-22D788D5B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2790559"/>
            <a:ext cx="762106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926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</Words>
  <Application>Microsoft Office PowerPoint</Application>
  <PresentationFormat>Panorámica</PresentationFormat>
  <Paragraphs>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Datatypes in Python</vt:lpstr>
      <vt:lpstr>Presentación de PowerPoint</vt:lpstr>
      <vt:lpstr>Presentación de PowerPoint</vt:lpstr>
      <vt:lpstr>Operators in Python</vt:lpstr>
      <vt:lpstr>Operators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1</cp:revision>
  <dcterms:created xsi:type="dcterms:W3CDTF">2026-03-25T16:41:13Z</dcterms:created>
  <dcterms:modified xsi:type="dcterms:W3CDTF">2026-03-25T16:48:33Z</dcterms:modified>
</cp:coreProperties>
</file>