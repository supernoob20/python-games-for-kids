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C3116-76B2-10C3-DBC2-A5FC4D0E61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45A45E-A44B-4956-30AD-4D51347B5C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7CE73-C20D-9D77-A462-5A472A61A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EC12-5B26-4BE5-8963-305FDBFFEEE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70BED9-F9C7-B52D-4C03-6C30FB517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322C95-5C41-3C5D-FF24-BE11AB1F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EBA1-E1DC-4BAA-9531-F209AB76CA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608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28DC6-547B-C1E5-E3EB-01550393A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C2ECB6-2114-E86F-68D3-5324BE3BD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46BFDC-5918-2EF5-094C-2B3069F99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EC12-5B26-4BE5-8963-305FDBFFEEE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8C861F-1DE7-3803-B721-DDB22DE9C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AF29F7-608C-CD49-4C5F-B0419296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EBA1-E1DC-4BAA-9531-F209AB76CA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68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103666-EBFE-0BA6-52A7-2D45806C5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3B786B-0191-AD14-D49A-D6D8771D6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DE6F2F9-D367-7CFD-DF1F-A5E0EB110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EC12-5B26-4BE5-8963-305FDBFFEEE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916590-4950-38D9-6E71-2E07E8884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07A781-AA46-C46C-7E0A-34E2C849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EBA1-E1DC-4BAA-9531-F209AB76CA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54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39EF5F-2E4A-EAEE-6079-4198B13D3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2F5693-A08F-8F60-0377-8FB6D0FC51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5DF2C2-DCBF-BE5F-C4A2-B8E559540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E34A0B7-144A-8215-AEC6-C279439EB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EC12-5B26-4BE5-8963-305FDBFFEEE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72F2302-6739-560F-1C4C-1A97B060B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0399B1-3B7E-7DBC-F3B2-393E8AEF2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EBA1-E1DC-4BAA-9531-F209AB76CA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68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FD876-EB74-30CB-DB02-FF3AC8B67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27A1A05-2143-6BBC-534B-17C9A0A51E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15F0F1-A312-2BE8-AD80-CC89BCE1F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886DD89-8D8F-7EA6-0261-2401A180E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B2A87FF-4B41-EA67-9455-3ED2D8E8CC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40641FE-A5CA-093B-36CD-7A5ACABA2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EC12-5B26-4BE5-8963-305FDBFFEEE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5BFC2D8-C02A-CA14-1D99-F151BC5D8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1CCB617-CBEA-2366-90A2-8B7F23471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EBA1-E1DC-4BAA-9531-F209AB76CA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10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82B24-B98B-4872-951D-839817ABB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0FEC848-B0CE-060B-C7CD-349479052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EC12-5B26-4BE5-8963-305FDBFFEEE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5D22C63-ABFA-CB02-E304-5BF9F0064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93FCA0-C078-7B52-D477-CD3C14731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EBA1-E1DC-4BAA-9531-F209AB76CA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3103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C13CD1F-CC3B-AD8A-1A61-549FBE43A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EC12-5B26-4BE5-8963-305FDBFFEEE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73676E-535F-2FBB-EF47-4C6D78B5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75103A-FB36-178E-F6AB-B8B605B57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EBA1-E1DC-4BAA-9531-F209AB76CA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39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5A0083-632D-A86D-CBAD-615EA2B1B4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4BC391-BA1E-4864-7272-409A0A05D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160084-35A6-FEAF-B2F6-2A2B2740CE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D6CB797-3CED-D18B-C526-CB7B6DD3D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EC12-5B26-4BE5-8963-305FDBFFEEE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B5AB307-0DC2-84F3-AED9-EA30531A4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984F9F5-BFE9-4135-7F4C-D52DF6C0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EBA1-E1DC-4BAA-9531-F209AB76CA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45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3F362-CCD1-896F-0571-A58BCE4E8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19E27A7-3F36-93B8-448C-A57C45F781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0E634C-5309-9088-0F1F-29DBB5564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A84179-1466-52E4-A8BA-77D2535E4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EC12-5B26-4BE5-8963-305FDBFFEEE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D8F873-7ABC-0656-93AC-12FBD66CC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CE6DAF0-3905-C2CA-5516-29FF0FF58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EBA1-E1DC-4BAA-9531-F209AB76CA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07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1BB637-D51C-AAAA-8509-75A90FA3F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B43B3A1-6FDC-E577-74D2-AC31AF4EA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8287DA2-1AE6-A430-BE0A-85B6A4E54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EC12-5B26-4BE5-8963-305FDBFFEEE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487048-41D9-6B91-D03E-A9C0A6973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B43EC2-5ABA-E30D-03C3-675568BDE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EBA1-E1DC-4BAA-9531-F209AB76CA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3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102608C-2ED0-A866-9F69-AD6236A084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FFA3F1-C33A-606A-9D1F-08076BCE4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627BAF-A5B0-E13A-4989-0D9191409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DEC12-5B26-4BE5-8963-305FDBFFEEE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51D520-76EB-DBCA-22A2-BE08AC386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E459D3-EDFA-6FB5-77E0-1512E9E77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55EBA1-E1DC-4BAA-9531-F209AB76CA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593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EB4FFD5-46D0-A96F-03D2-624133196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6231333-C7F5-CE80-9BEC-7315FC0FC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E0ECD4-8DD2-C870-5C33-B5D592F98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DEC12-5B26-4BE5-8963-305FDBFFEEE0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5C40239-AD37-CF61-88E0-8C27F746DF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EE15195-FD87-95FF-45DE-B52E2D023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55EBA1-E1DC-4BAA-9531-F209AB76CA61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98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0D1BF-3142-E3BA-FD05-5DB14FC17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Functions &amp; Modules</a:t>
            </a:r>
          </a:p>
        </p:txBody>
      </p:sp>
    </p:spTree>
    <p:extLst>
      <p:ext uri="{BB962C8B-B14F-4D97-AF65-F5344CB8AC3E}">
        <p14:creationId xmlns:p14="http://schemas.microsoft.com/office/powerpoint/2010/main" val="2645649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96ACB9-441E-DDC7-7498-7C56D8CE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are functions and modules for</a:t>
            </a:r>
            <a:r>
              <a:rPr lang="es-AR" dirty="0"/>
              <a:t>?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625E98-298A-7EDA-C002-6A6C4C035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600" b="1" dirty="0">
                <a:latin typeface="Book Antiqua" panose="02040602050305030304" pitchFamily="18" charset="0"/>
              </a:rPr>
              <a:t>•  Functions</a:t>
            </a:r>
            <a:r>
              <a:rPr lang="en-US" dirty="0"/>
              <a:t>:    Repeat our code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600" b="1" dirty="0">
                <a:latin typeface="Book Antiqua" panose="02040602050305030304" pitchFamily="18" charset="0"/>
              </a:rPr>
              <a:t>•  Modules</a:t>
            </a:r>
            <a:r>
              <a:rPr lang="en-US" dirty="0"/>
              <a:t>:       Build on top of others’ code</a:t>
            </a:r>
          </a:p>
        </p:txBody>
      </p:sp>
    </p:spTree>
    <p:extLst>
      <p:ext uri="{BB962C8B-B14F-4D97-AF65-F5344CB8AC3E}">
        <p14:creationId xmlns:p14="http://schemas.microsoft.com/office/powerpoint/2010/main" val="266600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98850-EBCE-A48B-39E6-C31027A49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3BE4D-0AFC-31CB-3A53-E542982E7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functions and modules look like</a:t>
            </a:r>
            <a:r>
              <a:rPr lang="es-AR" dirty="0"/>
              <a:t>?</a:t>
            </a:r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B97CC2-A234-D2AE-5554-F5436122B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55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600" b="1" dirty="0">
                <a:latin typeface="Book Antiqua" panose="02040602050305030304" pitchFamily="18" charset="0"/>
              </a:rPr>
              <a:t>•  Functions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3600" b="1" dirty="0">
                <a:latin typeface="Book Antiqua" panose="02040602050305030304" pitchFamily="18" charset="0"/>
              </a:rPr>
              <a:t>•  Modules</a:t>
            </a:r>
            <a:r>
              <a:rPr lang="en-US" dirty="0"/>
              <a:t>: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7DDA1701-C333-E617-E3CE-1E378DE5C172}"/>
              </a:ext>
            </a:extLst>
          </p:cNvPr>
          <p:cNvCxnSpPr/>
          <p:nvPr/>
        </p:nvCxnSpPr>
        <p:spPr>
          <a:xfrm>
            <a:off x="-415636" y="1825625"/>
            <a:ext cx="1367443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61E07E51-3251-1CF9-C1D3-42A5D11FE7D6}"/>
              </a:ext>
            </a:extLst>
          </p:cNvPr>
          <p:cNvCxnSpPr/>
          <p:nvPr/>
        </p:nvCxnSpPr>
        <p:spPr>
          <a:xfrm>
            <a:off x="-401782" y="4738255"/>
            <a:ext cx="13494327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0847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</Words>
  <Application>Microsoft Office PowerPoint</Application>
  <PresentationFormat>Panorámica</PresentationFormat>
  <Paragraphs>17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8" baseType="lpstr">
      <vt:lpstr>Arial</vt:lpstr>
      <vt:lpstr>Book Antiqua</vt:lpstr>
      <vt:lpstr>Calibri</vt:lpstr>
      <vt:lpstr>Calibri Light</vt:lpstr>
      <vt:lpstr>Tema de Office</vt:lpstr>
      <vt:lpstr>Functions &amp; Modules</vt:lpstr>
      <vt:lpstr>What are functions and modules for?</vt:lpstr>
      <vt:lpstr>What do functions and modules look like?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clau p</dc:creator>
  <cp:lastModifiedBy>clau p</cp:lastModifiedBy>
  <cp:revision>6</cp:revision>
  <dcterms:created xsi:type="dcterms:W3CDTF">2026-05-11T16:28:44Z</dcterms:created>
  <dcterms:modified xsi:type="dcterms:W3CDTF">2026-05-11T16:33:54Z</dcterms:modified>
</cp:coreProperties>
</file>