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87" r:id="rId4"/>
    <p:sldId id="292" r:id="rId5"/>
    <p:sldId id="293" r:id="rId6"/>
    <p:sldId id="261" r:id="rId7"/>
    <p:sldId id="263" r:id="rId8"/>
    <p:sldId id="289" r:id="rId9"/>
    <p:sldId id="280" r:id="rId10"/>
    <p:sldId id="281" r:id="rId11"/>
    <p:sldId id="279" r:id="rId12"/>
    <p:sldId id="262" r:id="rId13"/>
    <p:sldId id="288" r:id="rId14"/>
    <p:sldId id="290" r:id="rId15"/>
    <p:sldId id="302" r:id="rId16"/>
    <p:sldId id="303" r:id="rId17"/>
    <p:sldId id="304" r:id="rId18"/>
    <p:sldId id="305" r:id="rId19"/>
    <p:sldId id="306" r:id="rId20"/>
    <p:sldId id="291" r:id="rId21"/>
    <p:sldId id="294" r:id="rId22"/>
    <p:sldId id="295" r:id="rId23"/>
    <p:sldId id="299" r:id="rId24"/>
    <p:sldId id="300" r:id="rId25"/>
    <p:sldId id="301" r:id="rId26"/>
    <p:sldId id="307" r:id="rId27"/>
    <p:sldId id="308" r:id="rId28"/>
    <p:sldId id="309" r:id="rId29"/>
    <p:sldId id="311" r:id="rId30"/>
    <p:sldId id="285" r:id="rId31"/>
    <p:sldId id="284" r:id="rId32"/>
    <p:sldId id="283" r:id="rId33"/>
    <p:sldId id="282" r:id="rId34"/>
    <p:sldId id="286" r:id="rId35"/>
    <p:sldId id="265" r:id="rId36"/>
    <p:sldId id="266" r:id="rId37"/>
    <p:sldId id="270" r:id="rId38"/>
    <p:sldId id="268" r:id="rId39"/>
    <p:sldId id="272" r:id="rId40"/>
    <p:sldId id="273" r:id="rId41"/>
    <p:sldId id="274" r:id="rId42"/>
    <p:sldId id="276" r:id="rId43"/>
    <p:sldId id="277" r:id="rId44"/>
    <p:sldId id="267" r:id="rId45"/>
    <p:sldId id="278" r:id="rId46"/>
    <p:sldId id="258" r:id="rId47"/>
    <p:sldId id="257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CEA8"/>
    <a:srgbClr val="F5B9FF"/>
    <a:srgbClr val="33CCFF"/>
    <a:srgbClr val="66FF66"/>
    <a:srgbClr val="00E2E2"/>
    <a:srgbClr val="00B0C8"/>
    <a:srgbClr val="C1FFC1"/>
    <a:srgbClr val="89FF89"/>
    <a:srgbClr val="97FF97"/>
    <a:srgbClr val="FF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8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0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4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0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8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6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0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3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28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146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94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1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36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3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4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75EA4-FB5A-498A-BC1B-21F93A58FB7B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E4E6C-B103-427F-8798-2D6DC5E7E9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0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292D9-9838-C253-2463-A0A80829B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CF1EA7-036D-F614-B51C-7A4FF4146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effectLst/>
        </p:spPr>
        <p:txBody>
          <a:bodyPr/>
          <a:lstStyle/>
          <a:p>
            <a:r>
              <a:rPr lang="es-AR" sz="2800" dirty="0" err="1">
                <a:ln w="2540">
                  <a:noFill/>
                </a:ln>
                <a:solidFill>
                  <a:schemeClr val="bg1"/>
                </a:solidFill>
                <a:effectLst>
                  <a:glow rad="228600">
                    <a:schemeClr val="tx1">
                      <a:alpha val="70000"/>
                    </a:schemeClr>
                  </a:glow>
                </a:effectLst>
              </a:rPr>
              <a:t>Operators</a:t>
            </a:r>
            <a:r>
              <a:rPr lang="es-AR" sz="2800" dirty="0">
                <a:ln w="2540">
                  <a:noFill/>
                </a:ln>
                <a:solidFill>
                  <a:schemeClr val="bg1"/>
                </a:solidFill>
                <a:effectLst>
                  <a:glow rad="228600">
                    <a:schemeClr val="tx1">
                      <a:alpha val="70000"/>
                    </a:schemeClr>
                  </a:glow>
                </a:effectLst>
              </a:rPr>
              <a:t> AND DATATYPES!</a:t>
            </a:r>
          </a:p>
          <a:p>
            <a:endParaRPr lang="es-AR" dirty="0">
              <a:ln w="3175">
                <a:solidFill>
                  <a:srgbClr val="E1F9FF"/>
                </a:solidFill>
              </a:ln>
              <a:solidFill>
                <a:srgbClr val="F5B9FF"/>
              </a:solidFill>
            </a:endParaRPr>
          </a:p>
          <a:p>
            <a:r>
              <a:rPr lang="es-AR" sz="1800" i="1" dirty="0" err="1">
                <a:solidFill>
                  <a:srgbClr val="89FF89"/>
                </a:solidFill>
              </a:rPr>
              <a:t>Woooo</a:t>
            </a:r>
            <a:r>
              <a:rPr lang="es-AR" sz="1800" i="1" dirty="0">
                <a:solidFill>
                  <a:srgbClr val="89FF89"/>
                </a:solidFill>
              </a:rPr>
              <a:t>… </a:t>
            </a:r>
            <a:r>
              <a:rPr lang="es-AR" sz="1800" i="1" dirty="0" err="1">
                <a:solidFill>
                  <a:srgbClr val="89FF89"/>
                </a:solidFill>
              </a:rPr>
              <a:t>fancy</a:t>
            </a:r>
            <a:r>
              <a:rPr lang="es-AR" sz="1800" i="1" dirty="0">
                <a:solidFill>
                  <a:srgbClr val="89FF89"/>
                </a:solidFill>
              </a:rPr>
              <a:t>! :D</a:t>
            </a:r>
            <a:endParaRPr lang="en-US" sz="1800" i="1" dirty="0">
              <a:solidFill>
                <a:srgbClr val="89FF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18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6DDF33-2590-DBD0-DAB9-5F3C26B2D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6" y="92573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Operators are symbols that help us </a:t>
            </a:r>
            <a:r>
              <a:rPr lang="en-US" sz="3600" b="1" dirty="0">
                <a:solidFill>
                  <a:schemeClr val="bg1"/>
                </a:solidFill>
              </a:rPr>
              <a:t>operate</a:t>
            </a:r>
            <a:r>
              <a:rPr lang="en-US" sz="3600" dirty="0">
                <a:solidFill>
                  <a:schemeClr val="bg1"/>
                </a:solidFill>
              </a:rPr>
              <a:t> with our </a:t>
            </a:r>
            <a:r>
              <a:rPr lang="en-US" sz="3600" b="1" dirty="0">
                <a:solidFill>
                  <a:schemeClr val="bg1"/>
                </a:solidFill>
              </a:rPr>
              <a:t>variables</a:t>
            </a:r>
            <a:r>
              <a:rPr lang="en-US" sz="3600" dirty="0">
                <a:solidFill>
                  <a:schemeClr val="bg1"/>
                </a:solidFill>
              </a:rPr>
              <a:t>!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2C8D590-FC3F-7052-594B-CC0C4E78D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6" y="58056"/>
            <a:ext cx="4717143" cy="73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3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5C8C0-0B2F-2096-6EAB-CE35E6EC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62643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Datatypes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3402CA3-8E6C-8FDA-1746-D62537FC2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1226" y="1513548"/>
            <a:ext cx="5286374" cy="5013592"/>
          </a:xfrm>
        </p:spPr>
      </p:pic>
    </p:spTree>
    <p:extLst>
      <p:ext uri="{BB962C8B-B14F-4D97-AF65-F5344CB8AC3E}">
        <p14:creationId xmlns:p14="http://schemas.microsoft.com/office/powerpoint/2010/main" val="131638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B609-BB27-A98C-BEA6-2ADB4567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40417-2E3B-4A9C-DDD2-3DB2D7A6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2" y="2279873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Operations with </a:t>
            </a:r>
            <a:r>
              <a:rPr lang="en-US" sz="4400" dirty="0">
                <a:solidFill>
                  <a:srgbClr val="FFC000"/>
                </a:solidFill>
              </a:rPr>
              <a:t>INTEGERS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29E857-5601-51BD-1DD0-11C309081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2" y="3451139"/>
            <a:ext cx="9905999" cy="95817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Let’s learn operations that use </a:t>
            </a:r>
            <a:r>
              <a:rPr lang="en-US" dirty="0">
                <a:solidFill>
                  <a:srgbClr val="FFC000"/>
                </a:solidFill>
              </a:rPr>
              <a:t>integers</a:t>
            </a:r>
            <a:r>
              <a:rPr lang="en-US" dirty="0"/>
              <a:t>!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8FB390-95B0-42A9-C341-AA65D41FFABB}"/>
              </a:ext>
            </a:extLst>
          </p:cNvPr>
          <p:cNvSpPr txBox="1"/>
          <p:nvPr/>
        </p:nvSpPr>
        <p:spPr>
          <a:xfrm rot="20343700">
            <a:off x="611453" y="5130736"/>
            <a:ext cx="3178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5B9FF"/>
                </a:solidFill>
              </a:rPr>
              <a:t>123456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FDC6EC-F528-DBE9-8CFB-88820C1F8598}"/>
              </a:ext>
            </a:extLst>
          </p:cNvPr>
          <p:cNvSpPr txBox="1"/>
          <p:nvPr/>
        </p:nvSpPr>
        <p:spPr>
          <a:xfrm rot="1136967">
            <a:off x="8783972" y="5166646"/>
            <a:ext cx="342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5B9FF"/>
                </a:solidFill>
              </a:rPr>
              <a:t>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8ABE119-AECF-874A-90DA-081876C430FA}"/>
              </a:ext>
            </a:extLst>
          </p:cNvPr>
          <p:cNvSpPr txBox="1"/>
          <p:nvPr/>
        </p:nvSpPr>
        <p:spPr>
          <a:xfrm rot="469114">
            <a:off x="1188095" y="326924"/>
            <a:ext cx="5256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F5B9FF"/>
                </a:solidFill>
              </a:rPr>
              <a:t>6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2C875B-40EA-3766-821B-94CE86B63132}"/>
              </a:ext>
            </a:extLst>
          </p:cNvPr>
          <p:cNvSpPr txBox="1"/>
          <p:nvPr/>
        </p:nvSpPr>
        <p:spPr>
          <a:xfrm rot="265406">
            <a:off x="4015728" y="5195858"/>
            <a:ext cx="90196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5B9FF"/>
                </a:solidFill>
              </a:rPr>
              <a:t>1029384756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91EA74-947B-F4FE-2A98-E11FF3A8D8BD}"/>
              </a:ext>
            </a:extLst>
          </p:cNvPr>
          <p:cNvSpPr txBox="1"/>
          <p:nvPr/>
        </p:nvSpPr>
        <p:spPr>
          <a:xfrm rot="10020140">
            <a:off x="6117369" y="639845"/>
            <a:ext cx="5221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5B9FF"/>
                </a:solidFill>
              </a:rPr>
              <a:t>191498674170295198858523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6F71132-DFBE-0AF6-355B-D45A3FC4C1B3}"/>
              </a:ext>
            </a:extLst>
          </p:cNvPr>
          <p:cNvSpPr txBox="1"/>
          <p:nvPr/>
        </p:nvSpPr>
        <p:spPr>
          <a:xfrm rot="1136967">
            <a:off x="424733" y="3639076"/>
            <a:ext cx="1230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5B9FF"/>
                </a:solidFill>
              </a:rPr>
              <a:t>9912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1B7AD2-0164-B254-DC74-395B2D0E086D}"/>
              </a:ext>
            </a:extLst>
          </p:cNvPr>
          <p:cNvSpPr txBox="1"/>
          <p:nvPr/>
        </p:nvSpPr>
        <p:spPr>
          <a:xfrm rot="20596781">
            <a:off x="10445440" y="3533220"/>
            <a:ext cx="5256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rgbClr val="F5B9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7250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51E7CD-5D0D-C592-CE7B-98E5948D7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820" y="3051515"/>
            <a:ext cx="4722359" cy="754970"/>
          </a:xfrm>
        </p:spPr>
        <p:txBody>
          <a:bodyPr/>
          <a:lstStyle/>
          <a:p>
            <a:pPr marL="0" indent="0">
              <a:buNone/>
            </a:pPr>
            <a:r>
              <a:rPr lang="en-US" sz="3200" i="1" dirty="0"/>
              <a:t>Most </a:t>
            </a:r>
            <a:r>
              <a:rPr lang="en-US" sz="3200" b="1" i="1" dirty="0"/>
              <a:t>common</a:t>
            </a:r>
            <a:r>
              <a:rPr lang="en-US" sz="3200" i="1" dirty="0"/>
              <a:t> operators </a:t>
            </a:r>
            <a:r>
              <a:rPr lang="en-US" sz="3200" b="1" i="1" dirty="0"/>
              <a:t>are</a:t>
            </a:r>
            <a:r>
              <a:rPr lang="en-US" sz="3200" i="1" dirty="0"/>
              <a:t>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10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AB44AF-B210-BC87-ABBC-7969B13283F6}"/>
              </a:ext>
            </a:extLst>
          </p:cNvPr>
          <p:cNvSpPr/>
          <p:nvPr/>
        </p:nvSpPr>
        <p:spPr>
          <a:xfrm>
            <a:off x="4642196" y="3911052"/>
            <a:ext cx="30589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 prst="angle"/>
            </a:sp3d>
          </a:bodyPr>
          <a:lstStyle/>
          <a:p>
            <a:pPr algn="ctr"/>
            <a:r>
              <a:rPr lang="es-ES" sz="5400" b="1" cap="none" spc="0" dirty="0" err="1">
                <a:ln w="3175">
                  <a:solidFill>
                    <a:sysClr val="windowText" lastClr="000000"/>
                  </a:solidFill>
                </a:ln>
                <a:solidFill>
                  <a:srgbClr val="FF620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Operators</a:t>
            </a:r>
            <a:endParaRPr lang="es-ES" sz="5400" b="1" cap="none" spc="0" dirty="0">
              <a:ln w="3175">
                <a:solidFill>
                  <a:sysClr val="windowText" lastClr="000000"/>
                </a:solidFill>
              </a:ln>
              <a:solidFill>
                <a:srgbClr val="FF6201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3C2D737-7698-B452-9620-F496E09A0150}"/>
              </a:ext>
            </a:extLst>
          </p:cNvPr>
          <p:cNvSpPr/>
          <p:nvPr/>
        </p:nvSpPr>
        <p:spPr>
          <a:xfrm>
            <a:off x="406400" y="1035147"/>
            <a:ext cx="2699657" cy="5031824"/>
          </a:xfrm>
          <a:prstGeom prst="ellipse">
            <a:avLst/>
          </a:prstGeom>
          <a:solidFill>
            <a:srgbClr val="00E2E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D814C06-337A-089A-C321-853A5248925B}"/>
              </a:ext>
            </a:extLst>
          </p:cNvPr>
          <p:cNvGrpSpPr/>
          <p:nvPr/>
        </p:nvGrpSpPr>
        <p:grpSpPr>
          <a:xfrm>
            <a:off x="9085945" y="1035147"/>
            <a:ext cx="2796274" cy="5031824"/>
            <a:chOff x="8496977" y="1229623"/>
            <a:chExt cx="2796274" cy="5031824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DD9103E-8D62-645D-2911-A632F0E35F35}"/>
                </a:ext>
              </a:extLst>
            </p:cNvPr>
            <p:cNvSpPr/>
            <p:nvPr/>
          </p:nvSpPr>
          <p:spPr>
            <a:xfrm>
              <a:off x="8496977" y="1229623"/>
              <a:ext cx="2699657" cy="5031824"/>
            </a:xfrm>
            <a:prstGeom prst="ellipse">
              <a:avLst/>
            </a:prstGeom>
            <a:solidFill>
              <a:srgbClr val="F5B9FF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5A049D2A-32E7-3A9C-6B1A-F031A16CC5CC}"/>
                </a:ext>
              </a:extLst>
            </p:cNvPr>
            <p:cNvGrpSpPr/>
            <p:nvPr/>
          </p:nvGrpSpPr>
          <p:grpSpPr>
            <a:xfrm>
              <a:off x="9275763" y="1533563"/>
              <a:ext cx="2017488" cy="4501148"/>
              <a:chOff x="9403460" y="1035147"/>
              <a:chExt cx="2017488" cy="4501148"/>
            </a:xfrm>
          </p:grpSpPr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19F5CCB-3495-0F33-39F7-AA536C2763CF}"/>
                  </a:ext>
                </a:extLst>
              </p:cNvPr>
              <p:cNvSpPr txBox="1"/>
              <p:nvPr/>
            </p:nvSpPr>
            <p:spPr>
              <a:xfrm>
                <a:off x="9403460" y="4335966"/>
                <a:ext cx="10087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200" dirty="0"/>
                  <a:t>+</a:t>
                </a:r>
              </a:p>
            </p:txBody>
          </p:sp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D2E974C-E903-5DB9-8623-161A56CB2D94}"/>
                  </a:ext>
                </a:extLst>
              </p:cNvPr>
              <p:cNvSpPr txBox="1"/>
              <p:nvPr/>
            </p:nvSpPr>
            <p:spPr>
              <a:xfrm>
                <a:off x="10161796" y="3610882"/>
                <a:ext cx="10087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200" dirty="0"/>
                  <a:t>*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46F3383-E6B3-1371-2495-E553769D26D6}"/>
                  </a:ext>
                </a:extLst>
              </p:cNvPr>
              <p:cNvSpPr txBox="1"/>
              <p:nvPr/>
            </p:nvSpPr>
            <p:spPr>
              <a:xfrm>
                <a:off x="10412204" y="2046790"/>
                <a:ext cx="10087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200" dirty="0"/>
                  <a:t>/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787192C-36D0-79C5-55D0-9B67307A59DB}"/>
                  </a:ext>
                </a:extLst>
              </p:cNvPr>
              <p:cNvSpPr txBox="1"/>
              <p:nvPr/>
            </p:nvSpPr>
            <p:spPr>
              <a:xfrm>
                <a:off x="9536801" y="1035147"/>
                <a:ext cx="10087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200" dirty="0"/>
                  <a:t>-</a:t>
                </a:r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FC13AD-2932-E198-6CC3-5A455F0F4739}"/>
              </a:ext>
            </a:extLst>
          </p:cNvPr>
          <p:cNvSpPr txBox="1"/>
          <p:nvPr/>
        </p:nvSpPr>
        <p:spPr>
          <a:xfrm>
            <a:off x="1017737" y="2161425"/>
            <a:ext cx="1919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==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0C5B1F11-2D7A-81A7-D3C8-C98782C62A1A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AECF08C9-A815-BAB4-F5FA-D8FA9EF0207A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8F392619-BD99-FE25-666E-F271920C00DA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D0368D-11CF-91EE-D5F3-BA7446D6D04C}"/>
              </a:ext>
            </a:extLst>
          </p:cNvPr>
          <p:cNvSpPr txBox="1"/>
          <p:nvPr/>
        </p:nvSpPr>
        <p:spPr>
          <a:xfrm>
            <a:off x="1475434" y="4234217"/>
            <a:ext cx="1339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!=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C56A3FC-8AF3-EA8C-3377-616CD4042365}"/>
              </a:ext>
            </a:extLst>
          </p:cNvPr>
          <p:cNvSpPr txBox="1"/>
          <p:nvPr/>
        </p:nvSpPr>
        <p:spPr>
          <a:xfrm>
            <a:off x="35013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E2E2"/>
                </a:solidFill>
                <a:highlight>
                  <a:srgbClr val="000000"/>
                </a:highlight>
              </a:rPr>
              <a:t>Comparison</a:t>
            </a:r>
            <a:r>
              <a:rPr lang="en-US" sz="2000" dirty="0"/>
              <a:t> operators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6768547-17F9-7FB6-28EB-34693D090512}"/>
              </a:ext>
            </a:extLst>
          </p:cNvPr>
          <p:cNvSpPr txBox="1"/>
          <p:nvPr/>
        </p:nvSpPr>
        <p:spPr>
          <a:xfrm>
            <a:off x="9006116" y="143569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5B9FF"/>
                </a:solidFill>
                <a:highlight>
                  <a:srgbClr val="000000"/>
                </a:highlight>
              </a:rPr>
              <a:t>Arithmetic</a:t>
            </a:r>
          </a:p>
          <a:p>
            <a:pPr algn="ctr"/>
            <a:r>
              <a:rPr lang="en-US" sz="2000" dirty="0"/>
              <a:t>operators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DFB45C-7DA9-8CE3-95C5-D52AAB6C0BC8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44AEE111-4952-7A04-E5CC-795429BEEF1D}"/>
              </a:ext>
            </a:extLst>
          </p:cNvPr>
          <p:cNvSpPr/>
          <p:nvPr/>
        </p:nvSpPr>
        <p:spPr>
          <a:xfrm>
            <a:off x="3396343" y="2726898"/>
            <a:ext cx="1175657" cy="1612873"/>
          </a:xfrm>
          <a:custGeom>
            <a:avLst/>
            <a:gdLst>
              <a:gd name="connsiteX0" fmla="*/ 1175657 w 1175657"/>
              <a:gd name="connsiteY0" fmla="*/ 1612873 h 1612873"/>
              <a:gd name="connsiteX1" fmla="*/ 827314 w 1175657"/>
              <a:gd name="connsiteY1" fmla="*/ 1496759 h 1612873"/>
              <a:gd name="connsiteX2" fmla="*/ 493486 w 1175657"/>
              <a:gd name="connsiteY2" fmla="*/ 1133902 h 1612873"/>
              <a:gd name="connsiteX3" fmla="*/ 522514 w 1175657"/>
              <a:gd name="connsiteY3" fmla="*/ 625902 h 1612873"/>
              <a:gd name="connsiteX4" fmla="*/ 566057 w 1175657"/>
              <a:gd name="connsiteY4" fmla="*/ 480759 h 1612873"/>
              <a:gd name="connsiteX5" fmla="*/ 493486 w 1175657"/>
              <a:gd name="connsiteY5" fmla="*/ 248531 h 1612873"/>
              <a:gd name="connsiteX6" fmla="*/ 261257 w 1175657"/>
              <a:gd name="connsiteY6" fmla="*/ 16302 h 1612873"/>
              <a:gd name="connsiteX7" fmla="*/ 217714 w 1175657"/>
              <a:gd name="connsiteY7" fmla="*/ 1788 h 1612873"/>
              <a:gd name="connsiteX8" fmla="*/ 0 w 1175657"/>
              <a:gd name="connsiteY8" fmla="*/ 1788 h 161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657" h="1612873">
                <a:moveTo>
                  <a:pt x="1175657" y="1612873"/>
                </a:moveTo>
                <a:cubicBezTo>
                  <a:pt x="1059543" y="1574168"/>
                  <a:pt x="936223" y="1552610"/>
                  <a:pt x="827314" y="1496759"/>
                </a:cubicBezTo>
                <a:cubicBezTo>
                  <a:pt x="623039" y="1392003"/>
                  <a:pt x="601804" y="1309920"/>
                  <a:pt x="493486" y="1133902"/>
                </a:cubicBezTo>
                <a:cubicBezTo>
                  <a:pt x="503162" y="964569"/>
                  <a:pt x="503784" y="794474"/>
                  <a:pt x="522514" y="625902"/>
                </a:cubicBezTo>
                <a:cubicBezTo>
                  <a:pt x="528092" y="575700"/>
                  <a:pt x="569931" y="531121"/>
                  <a:pt x="566057" y="480759"/>
                </a:cubicBezTo>
                <a:cubicBezTo>
                  <a:pt x="559837" y="399897"/>
                  <a:pt x="532664" y="319541"/>
                  <a:pt x="493486" y="248531"/>
                </a:cubicBezTo>
                <a:cubicBezTo>
                  <a:pt x="432952" y="138813"/>
                  <a:pt x="364297" y="67822"/>
                  <a:pt x="261257" y="16302"/>
                </a:cubicBezTo>
                <a:cubicBezTo>
                  <a:pt x="247573" y="9460"/>
                  <a:pt x="232990" y="2637"/>
                  <a:pt x="217714" y="1788"/>
                </a:cubicBezTo>
                <a:cubicBezTo>
                  <a:pt x="145254" y="-2237"/>
                  <a:pt x="72571" y="1788"/>
                  <a:pt x="0" y="1788"/>
                </a:cubicBezTo>
              </a:path>
            </a:pathLst>
          </a:custGeom>
          <a:noFill/>
          <a:ln w="28575">
            <a:solidFill>
              <a:srgbClr val="68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0728F7F6-3337-6D29-4393-6CBFC466C484}"/>
              </a:ext>
            </a:extLst>
          </p:cNvPr>
          <p:cNvSpPr/>
          <p:nvPr/>
        </p:nvSpPr>
        <p:spPr>
          <a:xfrm>
            <a:off x="5775960" y="2438400"/>
            <a:ext cx="358140" cy="1661160"/>
          </a:xfrm>
          <a:custGeom>
            <a:avLst/>
            <a:gdLst>
              <a:gd name="connsiteX0" fmla="*/ 358140 w 358140"/>
              <a:gd name="connsiteY0" fmla="*/ 1661160 h 1661160"/>
              <a:gd name="connsiteX1" fmla="*/ 335280 w 358140"/>
              <a:gd name="connsiteY1" fmla="*/ 1623060 h 1661160"/>
              <a:gd name="connsiteX2" fmla="*/ 251460 w 358140"/>
              <a:gd name="connsiteY2" fmla="*/ 1524000 h 1661160"/>
              <a:gd name="connsiteX3" fmla="*/ 213360 w 358140"/>
              <a:gd name="connsiteY3" fmla="*/ 1478280 h 1661160"/>
              <a:gd name="connsiteX4" fmla="*/ 167640 w 358140"/>
              <a:gd name="connsiteY4" fmla="*/ 1417320 h 1661160"/>
              <a:gd name="connsiteX5" fmla="*/ 106680 w 358140"/>
              <a:gd name="connsiteY5" fmla="*/ 1272540 h 1661160"/>
              <a:gd name="connsiteX6" fmla="*/ 45720 w 358140"/>
              <a:gd name="connsiteY6" fmla="*/ 1028700 h 1661160"/>
              <a:gd name="connsiteX7" fmla="*/ 38100 w 358140"/>
              <a:gd name="connsiteY7" fmla="*/ 929640 h 1661160"/>
              <a:gd name="connsiteX8" fmla="*/ 15240 w 358140"/>
              <a:gd name="connsiteY8" fmla="*/ 800100 h 1661160"/>
              <a:gd name="connsiteX9" fmla="*/ 0 w 358140"/>
              <a:gd name="connsiteY9" fmla="*/ 701040 h 1661160"/>
              <a:gd name="connsiteX10" fmla="*/ 38100 w 358140"/>
              <a:gd name="connsiteY10" fmla="*/ 411480 h 1661160"/>
              <a:gd name="connsiteX11" fmla="*/ 76200 w 358140"/>
              <a:gd name="connsiteY11" fmla="*/ 342900 h 1661160"/>
              <a:gd name="connsiteX12" fmla="*/ 99060 w 358140"/>
              <a:gd name="connsiteY12" fmla="*/ 281940 h 1661160"/>
              <a:gd name="connsiteX13" fmla="*/ 137160 w 358140"/>
              <a:gd name="connsiteY13" fmla="*/ 220980 h 1661160"/>
              <a:gd name="connsiteX14" fmla="*/ 175260 w 358140"/>
              <a:gd name="connsiteY14" fmla="*/ 144780 h 1661160"/>
              <a:gd name="connsiteX15" fmla="*/ 205740 w 358140"/>
              <a:gd name="connsiteY15" fmla="*/ 83820 h 1661160"/>
              <a:gd name="connsiteX16" fmla="*/ 213360 w 358140"/>
              <a:gd name="connsiteY16" fmla="*/ 38100 h 1661160"/>
              <a:gd name="connsiteX17" fmla="*/ 228600 w 358140"/>
              <a:gd name="connsiteY17" fmla="*/ 0 h 166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58140" h="1661160">
                <a:moveTo>
                  <a:pt x="358140" y="1661160"/>
                </a:moveTo>
                <a:cubicBezTo>
                  <a:pt x="350520" y="1648460"/>
                  <a:pt x="344373" y="1634751"/>
                  <a:pt x="335280" y="1623060"/>
                </a:cubicBezTo>
                <a:cubicBezTo>
                  <a:pt x="308724" y="1588917"/>
                  <a:pt x="279322" y="1557086"/>
                  <a:pt x="251460" y="1524000"/>
                </a:cubicBezTo>
                <a:cubicBezTo>
                  <a:pt x="238682" y="1508826"/>
                  <a:pt x="225263" y="1494150"/>
                  <a:pt x="213360" y="1478280"/>
                </a:cubicBezTo>
                <a:cubicBezTo>
                  <a:pt x="198120" y="1457960"/>
                  <a:pt x="181102" y="1438859"/>
                  <a:pt x="167640" y="1417320"/>
                </a:cubicBezTo>
                <a:cubicBezTo>
                  <a:pt x="142533" y="1377149"/>
                  <a:pt x="120494" y="1315708"/>
                  <a:pt x="106680" y="1272540"/>
                </a:cubicBezTo>
                <a:cubicBezTo>
                  <a:pt x="75155" y="1174025"/>
                  <a:pt x="69252" y="1134592"/>
                  <a:pt x="45720" y="1028700"/>
                </a:cubicBezTo>
                <a:cubicBezTo>
                  <a:pt x="43180" y="995680"/>
                  <a:pt x="42477" y="962467"/>
                  <a:pt x="38100" y="929640"/>
                </a:cubicBezTo>
                <a:cubicBezTo>
                  <a:pt x="32305" y="886177"/>
                  <a:pt x="22448" y="843351"/>
                  <a:pt x="15240" y="800100"/>
                </a:cubicBezTo>
                <a:cubicBezTo>
                  <a:pt x="9748" y="767146"/>
                  <a:pt x="5080" y="734060"/>
                  <a:pt x="0" y="701040"/>
                </a:cubicBezTo>
                <a:cubicBezTo>
                  <a:pt x="12700" y="604520"/>
                  <a:pt x="17840" y="506701"/>
                  <a:pt x="38100" y="411480"/>
                </a:cubicBezTo>
                <a:cubicBezTo>
                  <a:pt x="43542" y="385902"/>
                  <a:pt x="65065" y="366562"/>
                  <a:pt x="76200" y="342900"/>
                </a:cubicBezTo>
                <a:cubicBezTo>
                  <a:pt x="85441" y="323264"/>
                  <a:pt x="89355" y="301351"/>
                  <a:pt x="99060" y="281940"/>
                </a:cubicBezTo>
                <a:cubicBezTo>
                  <a:pt x="109776" y="260507"/>
                  <a:pt x="125523" y="241927"/>
                  <a:pt x="137160" y="220980"/>
                </a:cubicBezTo>
                <a:cubicBezTo>
                  <a:pt x="150951" y="196156"/>
                  <a:pt x="162560" y="170180"/>
                  <a:pt x="175260" y="144780"/>
                </a:cubicBezTo>
                <a:lnTo>
                  <a:pt x="205740" y="83820"/>
                </a:lnTo>
                <a:cubicBezTo>
                  <a:pt x="208280" y="68580"/>
                  <a:pt x="209295" y="53006"/>
                  <a:pt x="213360" y="38100"/>
                </a:cubicBezTo>
                <a:cubicBezTo>
                  <a:pt x="216959" y="24904"/>
                  <a:pt x="228600" y="0"/>
                  <a:pt x="228600" y="0"/>
                </a:cubicBezTo>
              </a:path>
            </a:pathLst>
          </a:custGeom>
          <a:noFill/>
          <a:ln w="38100">
            <a:solidFill>
              <a:srgbClr val="68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BD7D9959-F8AF-3C79-3504-E1F3533EF69C}"/>
              </a:ext>
            </a:extLst>
          </p:cNvPr>
          <p:cNvSpPr/>
          <p:nvPr/>
        </p:nvSpPr>
        <p:spPr>
          <a:xfrm>
            <a:off x="5829300" y="2430780"/>
            <a:ext cx="260555" cy="206929"/>
          </a:xfrm>
          <a:custGeom>
            <a:avLst/>
            <a:gdLst>
              <a:gd name="connsiteX0" fmla="*/ 182880 w 260555"/>
              <a:gd name="connsiteY0" fmla="*/ 0 h 206929"/>
              <a:gd name="connsiteX1" fmla="*/ 190500 w 260555"/>
              <a:gd name="connsiteY1" fmla="*/ 38100 h 206929"/>
              <a:gd name="connsiteX2" fmla="*/ 205740 w 260555"/>
              <a:gd name="connsiteY2" fmla="*/ 68580 h 206929"/>
              <a:gd name="connsiteX3" fmla="*/ 220980 w 260555"/>
              <a:gd name="connsiteY3" fmla="*/ 114300 h 206929"/>
              <a:gd name="connsiteX4" fmla="*/ 243840 w 260555"/>
              <a:gd name="connsiteY4" fmla="*/ 182880 h 206929"/>
              <a:gd name="connsiteX5" fmla="*/ 259080 w 260555"/>
              <a:gd name="connsiteY5" fmla="*/ 205740 h 206929"/>
              <a:gd name="connsiteX6" fmla="*/ 220980 w 260555"/>
              <a:gd name="connsiteY6" fmla="*/ 137160 h 206929"/>
              <a:gd name="connsiteX7" fmla="*/ 182880 w 260555"/>
              <a:gd name="connsiteY7" fmla="*/ 60960 h 206929"/>
              <a:gd name="connsiteX8" fmla="*/ 175260 w 260555"/>
              <a:gd name="connsiteY8" fmla="*/ 38100 h 206929"/>
              <a:gd name="connsiteX9" fmla="*/ 152400 w 260555"/>
              <a:gd name="connsiteY9" fmla="*/ 15240 h 206929"/>
              <a:gd name="connsiteX10" fmla="*/ 129540 w 260555"/>
              <a:gd name="connsiteY10" fmla="*/ 22860 h 206929"/>
              <a:gd name="connsiteX11" fmla="*/ 106680 w 260555"/>
              <a:gd name="connsiteY11" fmla="*/ 53340 h 206929"/>
              <a:gd name="connsiteX12" fmla="*/ 60960 w 260555"/>
              <a:gd name="connsiteY12" fmla="*/ 91440 h 206929"/>
              <a:gd name="connsiteX13" fmla="*/ 30480 w 260555"/>
              <a:gd name="connsiteY13" fmla="*/ 106680 h 206929"/>
              <a:gd name="connsiteX14" fmla="*/ 7620 w 260555"/>
              <a:gd name="connsiteY14" fmla="*/ 114300 h 206929"/>
              <a:gd name="connsiteX15" fmla="*/ 0 w 260555"/>
              <a:gd name="connsiteY15" fmla="*/ 129540 h 206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0555" h="206929">
                <a:moveTo>
                  <a:pt x="182880" y="0"/>
                </a:moveTo>
                <a:cubicBezTo>
                  <a:pt x="185420" y="12700"/>
                  <a:pt x="186404" y="25813"/>
                  <a:pt x="190500" y="38100"/>
                </a:cubicBezTo>
                <a:cubicBezTo>
                  <a:pt x="194092" y="48876"/>
                  <a:pt x="201521" y="58033"/>
                  <a:pt x="205740" y="68580"/>
                </a:cubicBezTo>
                <a:cubicBezTo>
                  <a:pt x="211706" y="83495"/>
                  <a:pt x="215900" y="99060"/>
                  <a:pt x="220980" y="114300"/>
                </a:cubicBezTo>
                <a:cubicBezTo>
                  <a:pt x="228600" y="137160"/>
                  <a:pt x="230474" y="162830"/>
                  <a:pt x="243840" y="182880"/>
                </a:cubicBezTo>
                <a:cubicBezTo>
                  <a:pt x="248920" y="190500"/>
                  <a:pt x="265556" y="212216"/>
                  <a:pt x="259080" y="205740"/>
                </a:cubicBezTo>
                <a:cubicBezTo>
                  <a:pt x="231284" y="177944"/>
                  <a:pt x="237414" y="172376"/>
                  <a:pt x="220980" y="137160"/>
                </a:cubicBezTo>
                <a:cubicBezTo>
                  <a:pt x="208971" y="111426"/>
                  <a:pt x="191860" y="87901"/>
                  <a:pt x="182880" y="60960"/>
                </a:cubicBezTo>
                <a:cubicBezTo>
                  <a:pt x="180340" y="53340"/>
                  <a:pt x="179715" y="44783"/>
                  <a:pt x="175260" y="38100"/>
                </a:cubicBezTo>
                <a:cubicBezTo>
                  <a:pt x="169282" y="29134"/>
                  <a:pt x="160020" y="22860"/>
                  <a:pt x="152400" y="15240"/>
                </a:cubicBezTo>
                <a:cubicBezTo>
                  <a:pt x="144780" y="17780"/>
                  <a:pt x="135710" y="17718"/>
                  <a:pt x="129540" y="22860"/>
                </a:cubicBezTo>
                <a:cubicBezTo>
                  <a:pt x="119784" y="30990"/>
                  <a:pt x="114945" y="43697"/>
                  <a:pt x="106680" y="53340"/>
                </a:cubicBezTo>
                <a:cubicBezTo>
                  <a:pt x="91550" y="70991"/>
                  <a:pt x="80714" y="80152"/>
                  <a:pt x="60960" y="91440"/>
                </a:cubicBezTo>
                <a:cubicBezTo>
                  <a:pt x="51097" y="97076"/>
                  <a:pt x="40921" y="102205"/>
                  <a:pt x="30480" y="106680"/>
                </a:cubicBezTo>
                <a:cubicBezTo>
                  <a:pt x="23097" y="109844"/>
                  <a:pt x="14046" y="109481"/>
                  <a:pt x="7620" y="114300"/>
                </a:cubicBezTo>
                <a:cubicBezTo>
                  <a:pt x="3076" y="117708"/>
                  <a:pt x="2540" y="124460"/>
                  <a:pt x="0" y="129540"/>
                </a:cubicBezTo>
              </a:path>
            </a:pathLst>
          </a:custGeom>
          <a:noFill/>
          <a:ln w="38100">
            <a:solidFill>
              <a:srgbClr val="68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5FD494DC-1445-33A8-D449-27369D976B57}"/>
              </a:ext>
            </a:extLst>
          </p:cNvPr>
          <p:cNvSpPr/>
          <p:nvPr/>
        </p:nvSpPr>
        <p:spPr>
          <a:xfrm>
            <a:off x="3421380" y="2619951"/>
            <a:ext cx="182880" cy="283278"/>
          </a:xfrm>
          <a:custGeom>
            <a:avLst/>
            <a:gdLst>
              <a:gd name="connsiteX0" fmla="*/ 7620 w 182880"/>
              <a:gd name="connsiteY0" fmla="*/ 92769 h 283278"/>
              <a:gd name="connsiteX1" fmla="*/ 83820 w 182880"/>
              <a:gd name="connsiteY1" fmla="*/ 62289 h 283278"/>
              <a:gd name="connsiteX2" fmla="*/ 106680 w 182880"/>
              <a:gd name="connsiteY2" fmla="*/ 39429 h 283278"/>
              <a:gd name="connsiteX3" fmla="*/ 144780 w 182880"/>
              <a:gd name="connsiteY3" fmla="*/ 16569 h 283278"/>
              <a:gd name="connsiteX4" fmla="*/ 167640 w 182880"/>
              <a:gd name="connsiteY4" fmla="*/ 1329 h 283278"/>
              <a:gd name="connsiteX5" fmla="*/ 121920 w 182880"/>
              <a:gd name="connsiteY5" fmla="*/ 8949 h 283278"/>
              <a:gd name="connsiteX6" fmla="*/ 68580 w 182880"/>
              <a:gd name="connsiteY6" fmla="*/ 47049 h 283278"/>
              <a:gd name="connsiteX7" fmla="*/ 0 w 182880"/>
              <a:gd name="connsiteY7" fmla="*/ 100389 h 283278"/>
              <a:gd name="connsiteX8" fmla="*/ 7620 w 182880"/>
              <a:gd name="connsiteY8" fmla="*/ 146109 h 283278"/>
              <a:gd name="connsiteX9" fmla="*/ 60960 w 182880"/>
              <a:gd name="connsiteY9" fmla="*/ 214689 h 283278"/>
              <a:gd name="connsiteX10" fmla="*/ 129540 w 182880"/>
              <a:gd name="connsiteY10" fmla="*/ 252789 h 283278"/>
              <a:gd name="connsiteX11" fmla="*/ 182880 w 182880"/>
              <a:gd name="connsiteY11" fmla="*/ 283269 h 283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80" h="283278">
                <a:moveTo>
                  <a:pt x="7620" y="92769"/>
                </a:moveTo>
                <a:cubicBezTo>
                  <a:pt x="48508" y="84591"/>
                  <a:pt x="48034" y="89129"/>
                  <a:pt x="83820" y="62289"/>
                </a:cubicBezTo>
                <a:cubicBezTo>
                  <a:pt x="92441" y="55823"/>
                  <a:pt x="98059" y="45895"/>
                  <a:pt x="106680" y="39429"/>
                </a:cubicBezTo>
                <a:cubicBezTo>
                  <a:pt x="118528" y="30543"/>
                  <a:pt x="132221" y="24419"/>
                  <a:pt x="144780" y="16569"/>
                </a:cubicBezTo>
                <a:cubicBezTo>
                  <a:pt x="152546" y="11715"/>
                  <a:pt x="176328" y="4225"/>
                  <a:pt x="167640" y="1329"/>
                </a:cubicBezTo>
                <a:cubicBezTo>
                  <a:pt x="152983" y="-3557"/>
                  <a:pt x="137160" y="6409"/>
                  <a:pt x="121920" y="8949"/>
                </a:cubicBezTo>
                <a:cubicBezTo>
                  <a:pt x="65520" y="37149"/>
                  <a:pt x="114918" y="8434"/>
                  <a:pt x="68580" y="47049"/>
                </a:cubicBezTo>
                <a:cubicBezTo>
                  <a:pt x="46332" y="65589"/>
                  <a:pt x="0" y="100389"/>
                  <a:pt x="0" y="100389"/>
                </a:cubicBezTo>
                <a:cubicBezTo>
                  <a:pt x="2540" y="115629"/>
                  <a:pt x="1678" y="131847"/>
                  <a:pt x="7620" y="146109"/>
                </a:cubicBezTo>
                <a:cubicBezTo>
                  <a:pt x="14969" y="163747"/>
                  <a:pt x="42274" y="200675"/>
                  <a:pt x="60960" y="214689"/>
                </a:cubicBezTo>
                <a:cubicBezTo>
                  <a:pt x="98969" y="243196"/>
                  <a:pt x="93354" y="231077"/>
                  <a:pt x="129540" y="252789"/>
                </a:cubicBezTo>
                <a:cubicBezTo>
                  <a:pt x="182688" y="284678"/>
                  <a:pt x="156207" y="283269"/>
                  <a:pt x="182880" y="283269"/>
                </a:cubicBezTo>
              </a:path>
            </a:pathLst>
          </a:custGeom>
          <a:noFill/>
          <a:ln w="28575">
            <a:solidFill>
              <a:srgbClr val="68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0AF31792-5E53-BAF1-0E75-000606BA4896}"/>
              </a:ext>
            </a:extLst>
          </p:cNvPr>
          <p:cNvGrpSpPr/>
          <p:nvPr/>
        </p:nvGrpSpPr>
        <p:grpSpPr>
          <a:xfrm flipH="1">
            <a:off x="7771307" y="2726898"/>
            <a:ext cx="1175657" cy="1719820"/>
            <a:chOff x="3548743" y="2772351"/>
            <a:chExt cx="1175657" cy="1719820"/>
          </a:xfrm>
        </p:grpSpPr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EFEC5B9E-81AB-62E1-1130-8ED63558755B}"/>
                </a:ext>
              </a:extLst>
            </p:cNvPr>
            <p:cNvSpPr/>
            <p:nvPr/>
          </p:nvSpPr>
          <p:spPr>
            <a:xfrm>
              <a:off x="3548743" y="2879298"/>
              <a:ext cx="1175657" cy="1612873"/>
            </a:xfrm>
            <a:custGeom>
              <a:avLst/>
              <a:gdLst>
                <a:gd name="connsiteX0" fmla="*/ 1175657 w 1175657"/>
                <a:gd name="connsiteY0" fmla="*/ 1612873 h 1612873"/>
                <a:gd name="connsiteX1" fmla="*/ 827314 w 1175657"/>
                <a:gd name="connsiteY1" fmla="*/ 1496759 h 1612873"/>
                <a:gd name="connsiteX2" fmla="*/ 493486 w 1175657"/>
                <a:gd name="connsiteY2" fmla="*/ 1133902 h 1612873"/>
                <a:gd name="connsiteX3" fmla="*/ 522514 w 1175657"/>
                <a:gd name="connsiteY3" fmla="*/ 625902 h 1612873"/>
                <a:gd name="connsiteX4" fmla="*/ 566057 w 1175657"/>
                <a:gd name="connsiteY4" fmla="*/ 480759 h 1612873"/>
                <a:gd name="connsiteX5" fmla="*/ 493486 w 1175657"/>
                <a:gd name="connsiteY5" fmla="*/ 248531 h 1612873"/>
                <a:gd name="connsiteX6" fmla="*/ 261257 w 1175657"/>
                <a:gd name="connsiteY6" fmla="*/ 16302 h 1612873"/>
                <a:gd name="connsiteX7" fmla="*/ 217714 w 1175657"/>
                <a:gd name="connsiteY7" fmla="*/ 1788 h 1612873"/>
                <a:gd name="connsiteX8" fmla="*/ 0 w 1175657"/>
                <a:gd name="connsiteY8" fmla="*/ 1788 h 1612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5657" h="1612873">
                  <a:moveTo>
                    <a:pt x="1175657" y="1612873"/>
                  </a:moveTo>
                  <a:cubicBezTo>
                    <a:pt x="1059543" y="1574168"/>
                    <a:pt x="936223" y="1552610"/>
                    <a:pt x="827314" y="1496759"/>
                  </a:cubicBezTo>
                  <a:cubicBezTo>
                    <a:pt x="623039" y="1392003"/>
                    <a:pt x="601804" y="1309920"/>
                    <a:pt x="493486" y="1133902"/>
                  </a:cubicBezTo>
                  <a:cubicBezTo>
                    <a:pt x="503162" y="964569"/>
                    <a:pt x="503784" y="794474"/>
                    <a:pt x="522514" y="625902"/>
                  </a:cubicBezTo>
                  <a:cubicBezTo>
                    <a:pt x="528092" y="575700"/>
                    <a:pt x="569931" y="531121"/>
                    <a:pt x="566057" y="480759"/>
                  </a:cubicBezTo>
                  <a:cubicBezTo>
                    <a:pt x="559837" y="399897"/>
                    <a:pt x="532664" y="319541"/>
                    <a:pt x="493486" y="248531"/>
                  </a:cubicBezTo>
                  <a:cubicBezTo>
                    <a:pt x="432952" y="138813"/>
                    <a:pt x="364297" y="67822"/>
                    <a:pt x="261257" y="16302"/>
                  </a:cubicBezTo>
                  <a:cubicBezTo>
                    <a:pt x="247573" y="9460"/>
                    <a:pt x="232990" y="2637"/>
                    <a:pt x="217714" y="1788"/>
                  </a:cubicBezTo>
                  <a:cubicBezTo>
                    <a:pt x="145254" y="-2237"/>
                    <a:pt x="72571" y="1788"/>
                    <a:pt x="0" y="1788"/>
                  </a:cubicBezTo>
                </a:path>
              </a:pathLst>
            </a:custGeom>
            <a:noFill/>
            <a:ln w="28575">
              <a:solidFill>
                <a:srgbClr val="6800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8CCCCD01-3CC1-E667-352E-76CE653E0DEB}"/>
                </a:ext>
              </a:extLst>
            </p:cNvPr>
            <p:cNvSpPr/>
            <p:nvPr/>
          </p:nvSpPr>
          <p:spPr>
            <a:xfrm>
              <a:off x="3573780" y="2772351"/>
              <a:ext cx="182880" cy="283278"/>
            </a:xfrm>
            <a:custGeom>
              <a:avLst/>
              <a:gdLst>
                <a:gd name="connsiteX0" fmla="*/ 7620 w 182880"/>
                <a:gd name="connsiteY0" fmla="*/ 92769 h 283278"/>
                <a:gd name="connsiteX1" fmla="*/ 83820 w 182880"/>
                <a:gd name="connsiteY1" fmla="*/ 62289 h 283278"/>
                <a:gd name="connsiteX2" fmla="*/ 106680 w 182880"/>
                <a:gd name="connsiteY2" fmla="*/ 39429 h 283278"/>
                <a:gd name="connsiteX3" fmla="*/ 144780 w 182880"/>
                <a:gd name="connsiteY3" fmla="*/ 16569 h 283278"/>
                <a:gd name="connsiteX4" fmla="*/ 167640 w 182880"/>
                <a:gd name="connsiteY4" fmla="*/ 1329 h 283278"/>
                <a:gd name="connsiteX5" fmla="*/ 121920 w 182880"/>
                <a:gd name="connsiteY5" fmla="*/ 8949 h 283278"/>
                <a:gd name="connsiteX6" fmla="*/ 68580 w 182880"/>
                <a:gd name="connsiteY6" fmla="*/ 47049 h 283278"/>
                <a:gd name="connsiteX7" fmla="*/ 0 w 182880"/>
                <a:gd name="connsiteY7" fmla="*/ 100389 h 283278"/>
                <a:gd name="connsiteX8" fmla="*/ 7620 w 182880"/>
                <a:gd name="connsiteY8" fmla="*/ 146109 h 283278"/>
                <a:gd name="connsiteX9" fmla="*/ 60960 w 182880"/>
                <a:gd name="connsiteY9" fmla="*/ 214689 h 283278"/>
                <a:gd name="connsiteX10" fmla="*/ 129540 w 182880"/>
                <a:gd name="connsiteY10" fmla="*/ 252789 h 283278"/>
                <a:gd name="connsiteX11" fmla="*/ 182880 w 182880"/>
                <a:gd name="connsiteY11" fmla="*/ 283269 h 283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" h="283278">
                  <a:moveTo>
                    <a:pt x="7620" y="92769"/>
                  </a:moveTo>
                  <a:cubicBezTo>
                    <a:pt x="48508" y="84591"/>
                    <a:pt x="48034" y="89129"/>
                    <a:pt x="83820" y="62289"/>
                  </a:cubicBezTo>
                  <a:cubicBezTo>
                    <a:pt x="92441" y="55823"/>
                    <a:pt x="98059" y="45895"/>
                    <a:pt x="106680" y="39429"/>
                  </a:cubicBezTo>
                  <a:cubicBezTo>
                    <a:pt x="118528" y="30543"/>
                    <a:pt x="132221" y="24419"/>
                    <a:pt x="144780" y="16569"/>
                  </a:cubicBezTo>
                  <a:cubicBezTo>
                    <a:pt x="152546" y="11715"/>
                    <a:pt x="176328" y="4225"/>
                    <a:pt x="167640" y="1329"/>
                  </a:cubicBezTo>
                  <a:cubicBezTo>
                    <a:pt x="152983" y="-3557"/>
                    <a:pt x="137160" y="6409"/>
                    <a:pt x="121920" y="8949"/>
                  </a:cubicBezTo>
                  <a:cubicBezTo>
                    <a:pt x="65520" y="37149"/>
                    <a:pt x="114918" y="8434"/>
                    <a:pt x="68580" y="47049"/>
                  </a:cubicBezTo>
                  <a:cubicBezTo>
                    <a:pt x="46332" y="65589"/>
                    <a:pt x="0" y="100389"/>
                    <a:pt x="0" y="100389"/>
                  </a:cubicBezTo>
                  <a:cubicBezTo>
                    <a:pt x="2540" y="115629"/>
                    <a:pt x="1678" y="131847"/>
                    <a:pt x="7620" y="146109"/>
                  </a:cubicBezTo>
                  <a:cubicBezTo>
                    <a:pt x="14969" y="163747"/>
                    <a:pt x="42274" y="200675"/>
                    <a:pt x="60960" y="214689"/>
                  </a:cubicBezTo>
                  <a:cubicBezTo>
                    <a:pt x="98969" y="243196"/>
                    <a:pt x="93354" y="231077"/>
                    <a:pt x="129540" y="252789"/>
                  </a:cubicBezTo>
                  <a:cubicBezTo>
                    <a:pt x="182688" y="284678"/>
                    <a:pt x="156207" y="283269"/>
                    <a:pt x="182880" y="283269"/>
                  </a:cubicBezTo>
                </a:path>
              </a:pathLst>
            </a:custGeom>
            <a:noFill/>
            <a:ln w="28575">
              <a:solidFill>
                <a:srgbClr val="6800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8217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898E1423-B6F5-A0C5-6E25-FD1862F7FA00}"/>
              </a:ext>
            </a:extLst>
          </p:cNvPr>
          <p:cNvGrpSpPr/>
          <p:nvPr/>
        </p:nvGrpSpPr>
        <p:grpSpPr>
          <a:xfrm>
            <a:off x="268516" y="467299"/>
            <a:ext cx="2876103" cy="5923402"/>
            <a:chOff x="9006116" y="143569"/>
            <a:chExt cx="2876103" cy="5923402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ECCBF5BD-750D-0B59-BB45-99C5415726F3}"/>
                </a:ext>
              </a:extLst>
            </p:cNvPr>
            <p:cNvGrpSpPr/>
            <p:nvPr/>
          </p:nvGrpSpPr>
          <p:grpSpPr>
            <a:xfrm>
              <a:off x="9085945" y="1035147"/>
              <a:ext cx="2796274" cy="5031824"/>
              <a:chOff x="8496977" y="1229623"/>
              <a:chExt cx="2796274" cy="5031824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B98A48B6-E5A7-1300-C263-0C9FDB308A0C}"/>
                  </a:ext>
                </a:extLst>
              </p:cNvPr>
              <p:cNvSpPr/>
              <p:nvPr/>
            </p:nvSpPr>
            <p:spPr>
              <a:xfrm>
                <a:off x="8496977" y="1229623"/>
                <a:ext cx="2699657" cy="5031824"/>
              </a:xfrm>
              <a:prstGeom prst="ellipse">
                <a:avLst/>
              </a:prstGeom>
              <a:solidFill>
                <a:srgbClr val="F5B9FF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290BBF9F-2D60-27CC-3F2A-39D5009BD2F4}"/>
                  </a:ext>
                </a:extLst>
              </p:cNvPr>
              <p:cNvGrpSpPr/>
              <p:nvPr/>
            </p:nvGrpSpPr>
            <p:grpSpPr>
              <a:xfrm>
                <a:off x="9275763" y="1533563"/>
                <a:ext cx="2017488" cy="4501148"/>
                <a:chOff x="9403460" y="1035147"/>
                <a:chExt cx="2017488" cy="4501148"/>
              </a:xfrm>
            </p:grpSpPr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1289C7C1-3DAC-DC08-458B-627E88692222}"/>
                    </a:ext>
                  </a:extLst>
                </p:cNvPr>
                <p:cNvSpPr txBox="1"/>
                <p:nvPr/>
              </p:nvSpPr>
              <p:spPr>
                <a:xfrm>
                  <a:off x="9403460" y="4335966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+</a:t>
                  </a:r>
                </a:p>
              </p:txBody>
            </p: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B9FC77A7-1062-68CC-7A04-E8FDCCB932CF}"/>
                    </a:ext>
                  </a:extLst>
                </p:cNvPr>
                <p:cNvSpPr txBox="1"/>
                <p:nvPr/>
              </p:nvSpPr>
              <p:spPr>
                <a:xfrm>
                  <a:off x="10161796" y="3610882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*</a:t>
                  </a:r>
                </a:p>
              </p:txBody>
            </p:sp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D542C790-89B2-DB61-A9DF-D27ADAAE76FD}"/>
                    </a:ext>
                  </a:extLst>
                </p:cNvPr>
                <p:cNvSpPr txBox="1"/>
                <p:nvPr/>
              </p:nvSpPr>
              <p:spPr>
                <a:xfrm>
                  <a:off x="10412204" y="2046790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/</a:t>
                  </a:r>
                </a:p>
              </p:txBody>
            </p:sp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084E906E-72B7-129A-026F-03B84F149083}"/>
                    </a:ext>
                  </a:extLst>
                </p:cNvPr>
                <p:cNvSpPr txBox="1"/>
                <p:nvPr/>
              </p:nvSpPr>
              <p:spPr>
                <a:xfrm>
                  <a:off x="9536801" y="1035147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-</a:t>
                  </a:r>
                </a:p>
              </p:txBody>
            </p:sp>
          </p:grp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AEADD44-C0C9-1707-4A89-52212DF823E9}"/>
                </a:ext>
              </a:extLst>
            </p:cNvPr>
            <p:cNvSpPr txBox="1"/>
            <p:nvPr/>
          </p:nvSpPr>
          <p:spPr>
            <a:xfrm>
              <a:off x="9006116" y="143569"/>
              <a:ext cx="2859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5B9FF"/>
                  </a:solidFill>
                  <a:highlight>
                    <a:srgbClr val="000000"/>
                  </a:highlight>
                </a:rPr>
                <a:t>Arithmetic</a:t>
              </a:r>
              <a:endParaRPr lang="en-US" sz="2800" b="1" dirty="0">
                <a:solidFill>
                  <a:srgbClr val="F5B9FF"/>
                </a:solidFill>
              </a:endParaRPr>
            </a:p>
            <a:p>
              <a:pPr algn="ctr"/>
              <a:r>
                <a:rPr lang="en-US" sz="2000" dirty="0"/>
                <a:t>operators</a:t>
              </a:r>
            </a:p>
          </p:txBody>
        </p:sp>
      </p:grp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EA02FC9F-31D5-C345-8EA2-E71EB5048BAF}"/>
              </a:ext>
            </a:extLst>
          </p:cNvPr>
          <p:cNvSpPr/>
          <p:nvPr/>
        </p:nvSpPr>
        <p:spPr>
          <a:xfrm>
            <a:off x="2699657" y="681726"/>
            <a:ext cx="2598227" cy="392331"/>
          </a:xfrm>
          <a:custGeom>
            <a:avLst/>
            <a:gdLst>
              <a:gd name="connsiteX0" fmla="*/ 0 w 2598227"/>
              <a:gd name="connsiteY0" fmla="*/ 276217 h 392331"/>
              <a:gd name="connsiteX1" fmla="*/ 464457 w 2598227"/>
              <a:gd name="connsiteY1" fmla="*/ 305245 h 392331"/>
              <a:gd name="connsiteX2" fmla="*/ 1683657 w 2598227"/>
              <a:gd name="connsiteY2" fmla="*/ 261703 h 392331"/>
              <a:gd name="connsiteX3" fmla="*/ 1930400 w 2598227"/>
              <a:gd name="connsiteY3" fmla="*/ 232674 h 392331"/>
              <a:gd name="connsiteX4" fmla="*/ 2133600 w 2598227"/>
              <a:gd name="connsiteY4" fmla="*/ 189131 h 392331"/>
              <a:gd name="connsiteX5" fmla="*/ 2583543 w 2598227"/>
              <a:gd name="connsiteY5" fmla="*/ 145588 h 392331"/>
              <a:gd name="connsiteX6" fmla="*/ 2394857 w 2598227"/>
              <a:gd name="connsiteY6" fmla="*/ 58503 h 392331"/>
              <a:gd name="connsiteX7" fmla="*/ 2293257 w 2598227"/>
              <a:gd name="connsiteY7" fmla="*/ 445 h 392331"/>
              <a:gd name="connsiteX8" fmla="*/ 2540000 w 2598227"/>
              <a:gd name="connsiteY8" fmla="*/ 102045 h 392331"/>
              <a:gd name="connsiteX9" fmla="*/ 2554514 w 2598227"/>
              <a:gd name="connsiteY9" fmla="*/ 145588 h 392331"/>
              <a:gd name="connsiteX10" fmla="*/ 2598057 w 2598227"/>
              <a:gd name="connsiteY10" fmla="*/ 189131 h 392331"/>
              <a:gd name="connsiteX11" fmla="*/ 2540000 w 2598227"/>
              <a:gd name="connsiteY11" fmla="*/ 247188 h 392331"/>
              <a:gd name="connsiteX12" fmla="*/ 2467429 w 2598227"/>
              <a:gd name="connsiteY12" fmla="*/ 290731 h 392331"/>
              <a:gd name="connsiteX13" fmla="*/ 2394857 w 2598227"/>
              <a:gd name="connsiteY13" fmla="*/ 348788 h 392331"/>
              <a:gd name="connsiteX14" fmla="*/ 2322286 w 2598227"/>
              <a:gd name="connsiteY14" fmla="*/ 377817 h 392331"/>
              <a:gd name="connsiteX15" fmla="*/ 2278743 w 2598227"/>
              <a:gd name="connsiteY15" fmla="*/ 392331 h 39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227" h="392331">
                <a:moveTo>
                  <a:pt x="0" y="276217"/>
                </a:moveTo>
                <a:cubicBezTo>
                  <a:pt x="180900" y="312396"/>
                  <a:pt x="153106" y="310855"/>
                  <a:pt x="464457" y="305245"/>
                </a:cubicBezTo>
                <a:cubicBezTo>
                  <a:pt x="871050" y="297919"/>
                  <a:pt x="1277257" y="276217"/>
                  <a:pt x="1683657" y="261703"/>
                </a:cubicBezTo>
                <a:cubicBezTo>
                  <a:pt x="1765905" y="252027"/>
                  <a:pt x="1848642" y="245861"/>
                  <a:pt x="1930400" y="232674"/>
                </a:cubicBezTo>
                <a:cubicBezTo>
                  <a:pt x="1998787" y="221644"/>
                  <a:pt x="2065111" y="199508"/>
                  <a:pt x="2133600" y="189131"/>
                </a:cubicBezTo>
                <a:cubicBezTo>
                  <a:pt x="2240910" y="172872"/>
                  <a:pt x="2459956" y="155887"/>
                  <a:pt x="2583543" y="145588"/>
                </a:cubicBezTo>
                <a:cubicBezTo>
                  <a:pt x="2270811" y="-33115"/>
                  <a:pt x="2663732" y="182599"/>
                  <a:pt x="2394857" y="58503"/>
                </a:cubicBezTo>
                <a:cubicBezTo>
                  <a:pt x="2359441" y="42157"/>
                  <a:pt x="2254643" y="-5071"/>
                  <a:pt x="2293257" y="445"/>
                </a:cubicBezTo>
                <a:cubicBezTo>
                  <a:pt x="2423032" y="18984"/>
                  <a:pt x="2458405" y="47649"/>
                  <a:pt x="2540000" y="102045"/>
                </a:cubicBezTo>
                <a:cubicBezTo>
                  <a:pt x="2544838" y="116559"/>
                  <a:pt x="2546027" y="132858"/>
                  <a:pt x="2554514" y="145588"/>
                </a:cubicBezTo>
                <a:cubicBezTo>
                  <a:pt x="2565900" y="162667"/>
                  <a:pt x="2600960" y="168811"/>
                  <a:pt x="2598057" y="189131"/>
                </a:cubicBezTo>
                <a:cubicBezTo>
                  <a:pt x="2594187" y="216224"/>
                  <a:pt x="2561603" y="230385"/>
                  <a:pt x="2540000" y="247188"/>
                </a:cubicBezTo>
                <a:cubicBezTo>
                  <a:pt x="2517732" y="264508"/>
                  <a:pt x="2490540" y="274553"/>
                  <a:pt x="2467429" y="290731"/>
                </a:cubicBezTo>
                <a:cubicBezTo>
                  <a:pt x="2442050" y="308496"/>
                  <a:pt x="2421421" y="332849"/>
                  <a:pt x="2394857" y="348788"/>
                </a:cubicBezTo>
                <a:cubicBezTo>
                  <a:pt x="2372516" y="362193"/>
                  <a:pt x="2346681" y="368669"/>
                  <a:pt x="2322286" y="377817"/>
                </a:cubicBezTo>
                <a:cubicBezTo>
                  <a:pt x="2307961" y="383189"/>
                  <a:pt x="2278743" y="392331"/>
                  <a:pt x="2278743" y="392331"/>
                </a:cubicBezTo>
              </a:path>
            </a:pathLst>
          </a:custGeom>
          <a:ln w="57150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AEB38D8-21DB-5368-9521-533B2F6C742B}"/>
              </a:ext>
            </a:extLst>
          </p:cNvPr>
          <p:cNvSpPr txBox="1"/>
          <p:nvPr/>
        </p:nvSpPr>
        <p:spPr>
          <a:xfrm>
            <a:off x="5558971" y="467299"/>
            <a:ext cx="6030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Think of a </a:t>
            </a:r>
            <a:r>
              <a:rPr lang="en-US" sz="3200" b="1" dirty="0">
                <a:solidFill>
                  <a:srgbClr val="F5B9FF"/>
                </a:solidFill>
              </a:rPr>
              <a:t>calculator</a:t>
            </a:r>
            <a:r>
              <a:rPr lang="en-US" sz="2000" dirty="0"/>
              <a:t>, for example! :3</a:t>
            </a:r>
          </a:p>
        </p:txBody>
      </p:sp>
    </p:spTree>
    <p:extLst>
      <p:ext uri="{BB962C8B-B14F-4D97-AF65-F5344CB8AC3E}">
        <p14:creationId xmlns:p14="http://schemas.microsoft.com/office/powerpoint/2010/main" val="110835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0B53-051D-4271-D671-EE17FF3C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871137AD-CAE7-0740-5817-96BD19A674F0}"/>
              </a:ext>
            </a:extLst>
          </p:cNvPr>
          <p:cNvGrpSpPr/>
          <p:nvPr/>
        </p:nvGrpSpPr>
        <p:grpSpPr>
          <a:xfrm>
            <a:off x="268516" y="467299"/>
            <a:ext cx="2876103" cy="5923402"/>
            <a:chOff x="9006116" y="143569"/>
            <a:chExt cx="2876103" cy="5923402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3D16BDB-B6A7-FD78-932F-75CEDCE25664}"/>
                </a:ext>
              </a:extLst>
            </p:cNvPr>
            <p:cNvGrpSpPr/>
            <p:nvPr/>
          </p:nvGrpSpPr>
          <p:grpSpPr>
            <a:xfrm>
              <a:off x="9085945" y="1035147"/>
              <a:ext cx="2796274" cy="5031824"/>
              <a:chOff x="8496977" y="1229623"/>
              <a:chExt cx="2796274" cy="5031824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B17B9120-EB0F-9319-D94A-ADCCEEE9684E}"/>
                  </a:ext>
                </a:extLst>
              </p:cNvPr>
              <p:cNvSpPr/>
              <p:nvPr/>
            </p:nvSpPr>
            <p:spPr>
              <a:xfrm>
                <a:off x="8496977" y="1229623"/>
                <a:ext cx="2699657" cy="5031824"/>
              </a:xfrm>
              <a:prstGeom prst="ellipse">
                <a:avLst/>
              </a:prstGeom>
              <a:solidFill>
                <a:srgbClr val="F5B9FF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949EB444-CE4A-5393-D2C7-A81A61F9D99B}"/>
                  </a:ext>
                </a:extLst>
              </p:cNvPr>
              <p:cNvGrpSpPr/>
              <p:nvPr/>
            </p:nvGrpSpPr>
            <p:grpSpPr>
              <a:xfrm>
                <a:off x="9275763" y="1533563"/>
                <a:ext cx="2017488" cy="4501148"/>
                <a:chOff x="9403460" y="1035147"/>
                <a:chExt cx="2017488" cy="4501148"/>
              </a:xfrm>
            </p:grpSpPr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C710DB1-5B1A-BEE6-FA05-B23211E39741}"/>
                    </a:ext>
                  </a:extLst>
                </p:cNvPr>
                <p:cNvSpPr txBox="1"/>
                <p:nvPr/>
              </p:nvSpPr>
              <p:spPr>
                <a:xfrm>
                  <a:off x="9403460" y="4335966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+</a:t>
                  </a:r>
                </a:p>
              </p:txBody>
            </p: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56E77DCD-A841-771D-5B0D-989C5EED2A98}"/>
                    </a:ext>
                  </a:extLst>
                </p:cNvPr>
                <p:cNvSpPr txBox="1"/>
                <p:nvPr/>
              </p:nvSpPr>
              <p:spPr>
                <a:xfrm>
                  <a:off x="10161796" y="3610882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*</a:t>
                  </a:r>
                </a:p>
              </p:txBody>
            </p:sp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49BCF98C-4A5B-60D3-2B60-AD9D1216907F}"/>
                    </a:ext>
                  </a:extLst>
                </p:cNvPr>
                <p:cNvSpPr txBox="1"/>
                <p:nvPr/>
              </p:nvSpPr>
              <p:spPr>
                <a:xfrm>
                  <a:off x="10412204" y="2046790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/</a:t>
                  </a:r>
                </a:p>
              </p:txBody>
            </p:sp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36970004-5B57-4219-AC04-C4B96EC75556}"/>
                    </a:ext>
                  </a:extLst>
                </p:cNvPr>
                <p:cNvSpPr txBox="1"/>
                <p:nvPr/>
              </p:nvSpPr>
              <p:spPr>
                <a:xfrm>
                  <a:off x="9536801" y="1035147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200" dirty="0"/>
                    <a:t>-</a:t>
                  </a:r>
                </a:p>
              </p:txBody>
            </p:sp>
          </p:grp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775D247-CD36-EDE1-69DE-7195AC164B7D}"/>
                </a:ext>
              </a:extLst>
            </p:cNvPr>
            <p:cNvSpPr txBox="1"/>
            <p:nvPr/>
          </p:nvSpPr>
          <p:spPr>
            <a:xfrm>
              <a:off x="9006116" y="143569"/>
              <a:ext cx="2859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5B9FF"/>
                  </a:solidFill>
                  <a:highlight>
                    <a:srgbClr val="000000"/>
                  </a:highlight>
                </a:rPr>
                <a:t>Arithmetic</a:t>
              </a:r>
              <a:endParaRPr lang="en-US" sz="2800" b="1" dirty="0">
                <a:solidFill>
                  <a:srgbClr val="F5B9FF"/>
                </a:solidFill>
              </a:endParaRPr>
            </a:p>
            <a:p>
              <a:pPr algn="ctr"/>
              <a:r>
                <a:rPr lang="en-US" sz="2000" dirty="0"/>
                <a:t>operators</a:t>
              </a:r>
            </a:p>
          </p:txBody>
        </p:sp>
      </p:grpSp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DCD6DAFA-BC58-A0EE-60D7-82313567D02D}"/>
              </a:ext>
            </a:extLst>
          </p:cNvPr>
          <p:cNvSpPr/>
          <p:nvPr/>
        </p:nvSpPr>
        <p:spPr>
          <a:xfrm>
            <a:off x="1959429" y="2288358"/>
            <a:ext cx="2918060" cy="367756"/>
          </a:xfrm>
          <a:custGeom>
            <a:avLst/>
            <a:gdLst>
              <a:gd name="connsiteX0" fmla="*/ 0 w 2918060"/>
              <a:gd name="connsiteY0" fmla="*/ 19413 h 367756"/>
              <a:gd name="connsiteX1" fmla="*/ 377371 w 2918060"/>
              <a:gd name="connsiteY1" fmla="*/ 48442 h 367756"/>
              <a:gd name="connsiteX2" fmla="*/ 754742 w 2918060"/>
              <a:gd name="connsiteY2" fmla="*/ 91985 h 367756"/>
              <a:gd name="connsiteX3" fmla="*/ 1306285 w 2918060"/>
              <a:gd name="connsiteY3" fmla="*/ 106499 h 367756"/>
              <a:gd name="connsiteX4" fmla="*/ 2598057 w 2918060"/>
              <a:gd name="connsiteY4" fmla="*/ 121013 h 367756"/>
              <a:gd name="connsiteX5" fmla="*/ 2772228 w 2918060"/>
              <a:gd name="connsiteY5" fmla="*/ 150042 h 367756"/>
              <a:gd name="connsiteX6" fmla="*/ 2844800 w 2918060"/>
              <a:gd name="connsiteY6" fmla="*/ 121013 h 367756"/>
              <a:gd name="connsiteX7" fmla="*/ 2670628 w 2918060"/>
              <a:gd name="connsiteY7" fmla="*/ 33928 h 367756"/>
              <a:gd name="connsiteX8" fmla="*/ 2627085 w 2918060"/>
              <a:gd name="connsiteY8" fmla="*/ 4899 h 367756"/>
              <a:gd name="connsiteX9" fmla="*/ 2670628 w 2918060"/>
              <a:gd name="connsiteY9" fmla="*/ 19413 h 367756"/>
              <a:gd name="connsiteX10" fmla="*/ 2844800 w 2918060"/>
              <a:gd name="connsiteY10" fmla="*/ 121013 h 367756"/>
              <a:gd name="connsiteX11" fmla="*/ 2917371 w 2918060"/>
              <a:gd name="connsiteY11" fmla="*/ 179071 h 367756"/>
              <a:gd name="connsiteX12" fmla="*/ 2815771 w 2918060"/>
              <a:gd name="connsiteY12" fmla="*/ 237128 h 367756"/>
              <a:gd name="connsiteX13" fmla="*/ 2757714 w 2918060"/>
              <a:gd name="connsiteY13" fmla="*/ 295185 h 367756"/>
              <a:gd name="connsiteX14" fmla="*/ 2685142 w 2918060"/>
              <a:gd name="connsiteY14" fmla="*/ 324213 h 367756"/>
              <a:gd name="connsiteX15" fmla="*/ 2641600 w 2918060"/>
              <a:gd name="connsiteY15" fmla="*/ 338728 h 367756"/>
              <a:gd name="connsiteX16" fmla="*/ 2627085 w 2918060"/>
              <a:gd name="connsiteY16" fmla="*/ 367756 h 3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18060" h="367756">
                <a:moveTo>
                  <a:pt x="0" y="19413"/>
                </a:moveTo>
                <a:lnTo>
                  <a:pt x="377371" y="48442"/>
                </a:lnTo>
                <a:cubicBezTo>
                  <a:pt x="503415" y="60562"/>
                  <a:pt x="628364" y="84086"/>
                  <a:pt x="754742" y="91985"/>
                </a:cubicBezTo>
                <a:cubicBezTo>
                  <a:pt x="938295" y="103457"/>
                  <a:pt x="1122396" y="103603"/>
                  <a:pt x="1306285" y="106499"/>
                </a:cubicBezTo>
                <a:lnTo>
                  <a:pt x="2598057" y="121013"/>
                </a:lnTo>
                <a:cubicBezTo>
                  <a:pt x="2656114" y="130689"/>
                  <a:pt x="2713370" y="150042"/>
                  <a:pt x="2772228" y="150042"/>
                </a:cubicBezTo>
                <a:cubicBezTo>
                  <a:pt x="2798282" y="150042"/>
                  <a:pt x="2856452" y="144317"/>
                  <a:pt x="2844800" y="121013"/>
                </a:cubicBezTo>
                <a:cubicBezTo>
                  <a:pt x="2837541" y="106496"/>
                  <a:pt x="2703286" y="55700"/>
                  <a:pt x="2670628" y="33928"/>
                </a:cubicBezTo>
                <a:cubicBezTo>
                  <a:pt x="2656114" y="24252"/>
                  <a:pt x="2627085" y="22343"/>
                  <a:pt x="2627085" y="4899"/>
                </a:cubicBezTo>
                <a:cubicBezTo>
                  <a:pt x="2627085" y="-10400"/>
                  <a:pt x="2656114" y="14575"/>
                  <a:pt x="2670628" y="19413"/>
                </a:cubicBezTo>
                <a:cubicBezTo>
                  <a:pt x="2802701" y="118468"/>
                  <a:pt x="2739806" y="94765"/>
                  <a:pt x="2844800" y="121013"/>
                </a:cubicBezTo>
                <a:cubicBezTo>
                  <a:pt x="2868990" y="140366"/>
                  <a:pt x="2924885" y="149017"/>
                  <a:pt x="2917371" y="179071"/>
                </a:cubicBezTo>
                <a:cubicBezTo>
                  <a:pt x="2907911" y="216912"/>
                  <a:pt x="2847317" y="214186"/>
                  <a:pt x="2815771" y="237128"/>
                </a:cubicBezTo>
                <a:cubicBezTo>
                  <a:pt x="2793637" y="253225"/>
                  <a:pt x="2780486" y="280004"/>
                  <a:pt x="2757714" y="295185"/>
                </a:cubicBezTo>
                <a:cubicBezTo>
                  <a:pt x="2736036" y="309637"/>
                  <a:pt x="2709537" y="315065"/>
                  <a:pt x="2685142" y="324213"/>
                </a:cubicBezTo>
                <a:cubicBezTo>
                  <a:pt x="2670817" y="329585"/>
                  <a:pt x="2653839" y="329548"/>
                  <a:pt x="2641600" y="338728"/>
                </a:cubicBezTo>
                <a:cubicBezTo>
                  <a:pt x="2632945" y="345219"/>
                  <a:pt x="2631923" y="358080"/>
                  <a:pt x="2627085" y="367756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13206B85-A1F3-1D83-CB52-378E9DAA5E67}"/>
              </a:ext>
            </a:extLst>
          </p:cNvPr>
          <p:cNvSpPr/>
          <p:nvPr/>
        </p:nvSpPr>
        <p:spPr>
          <a:xfrm>
            <a:off x="2699657" y="681726"/>
            <a:ext cx="2598227" cy="392331"/>
          </a:xfrm>
          <a:custGeom>
            <a:avLst/>
            <a:gdLst>
              <a:gd name="connsiteX0" fmla="*/ 0 w 2598227"/>
              <a:gd name="connsiteY0" fmla="*/ 276217 h 392331"/>
              <a:gd name="connsiteX1" fmla="*/ 464457 w 2598227"/>
              <a:gd name="connsiteY1" fmla="*/ 305245 h 392331"/>
              <a:gd name="connsiteX2" fmla="*/ 1683657 w 2598227"/>
              <a:gd name="connsiteY2" fmla="*/ 261703 h 392331"/>
              <a:gd name="connsiteX3" fmla="*/ 1930400 w 2598227"/>
              <a:gd name="connsiteY3" fmla="*/ 232674 h 392331"/>
              <a:gd name="connsiteX4" fmla="*/ 2133600 w 2598227"/>
              <a:gd name="connsiteY4" fmla="*/ 189131 h 392331"/>
              <a:gd name="connsiteX5" fmla="*/ 2583543 w 2598227"/>
              <a:gd name="connsiteY5" fmla="*/ 145588 h 392331"/>
              <a:gd name="connsiteX6" fmla="*/ 2394857 w 2598227"/>
              <a:gd name="connsiteY6" fmla="*/ 58503 h 392331"/>
              <a:gd name="connsiteX7" fmla="*/ 2293257 w 2598227"/>
              <a:gd name="connsiteY7" fmla="*/ 445 h 392331"/>
              <a:gd name="connsiteX8" fmla="*/ 2540000 w 2598227"/>
              <a:gd name="connsiteY8" fmla="*/ 102045 h 392331"/>
              <a:gd name="connsiteX9" fmla="*/ 2554514 w 2598227"/>
              <a:gd name="connsiteY9" fmla="*/ 145588 h 392331"/>
              <a:gd name="connsiteX10" fmla="*/ 2598057 w 2598227"/>
              <a:gd name="connsiteY10" fmla="*/ 189131 h 392331"/>
              <a:gd name="connsiteX11" fmla="*/ 2540000 w 2598227"/>
              <a:gd name="connsiteY11" fmla="*/ 247188 h 392331"/>
              <a:gd name="connsiteX12" fmla="*/ 2467429 w 2598227"/>
              <a:gd name="connsiteY12" fmla="*/ 290731 h 392331"/>
              <a:gd name="connsiteX13" fmla="*/ 2394857 w 2598227"/>
              <a:gd name="connsiteY13" fmla="*/ 348788 h 392331"/>
              <a:gd name="connsiteX14" fmla="*/ 2322286 w 2598227"/>
              <a:gd name="connsiteY14" fmla="*/ 377817 h 392331"/>
              <a:gd name="connsiteX15" fmla="*/ 2278743 w 2598227"/>
              <a:gd name="connsiteY15" fmla="*/ 392331 h 39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227" h="392331">
                <a:moveTo>
                  <a:pt x="0" y="276217"/>
                </a:moveTo>
                <a:cubicBezTo>
                  <a:pt x="180900" y="312396"/>
                  <a:pt x="153106" y="310855"/>
                  <a:pt x="464457" y="305245"/>
                </a:cubicBezTo>
                <a:cubicBezTo>
                  <a:pt x="871050" y="297919"/>
                  <a:pt x="1277257" y="276217"/>
                  <a:pt x="1683657" y="261703"/>
                </a:cubicBezTo>
                <a:cubicBezTo>
                  <a:pt x="1765905" y="252027"/>
                  <a:pt x="1848642" y="245861"/>
                  <a:pt x="1930400" y="232674"/>
                </a:cubicBezTo>
                <a:cubicBezTo>
                  <a:pt x="1998787" y="221644"/>
                  <a:pt x="2065111" y="199508"/>
                  <a:pt x="2133600" y="189131"/>
                </a:cubicBezTo>
                <a:cubicBezTo>
                  <a:pt x="2240910" y="172872"/>
                  <a:pt x="2459956" y="155887"/>
                  <a:pt x="2583543" y="145588"/>
                </a:cubicBezTo>
                <a:cubicBezTo>
                  <a:pt x="2270811" y="-33115"/>
                  <a:pt x="2663732" y="182599"/>
                  <a:pt x="2394857" y="58503"/>
                </a:cubicBezTo>
                <a:cubicBezTo>
                  <a:pt x="2359441" y="42157"/>
                  <a:pt x="2254643" y="-5071"/>
                  <a:pt x="2293257" y="445"/>
                </a:cubicBezTo>
                <a:cubicBezTo>
                  <a:pt x="2423032" y="18984"/>
                  <a:pt x="2458405" y="47649"/>
                  <a:pt x="2540000" y="102045"/>
                </a:cubicBezTo>
                <a:cubicBezTo>
                  <a:pt x="2544838" y="116559"/>
                  <a:pt x="2546027" y="132858"/>
                  <a:pt x="2554514" y="145588"/>
                </a:cubicBezTo>
                <a:cubicBezTo>
                  <a:pt x="2565900" y="162667"/>
                  <a:pt x="2600960" y="168811"/>
                  <a:pt x="2598057" y="189131"/>
                </a:cubicBezTo>
                <a:cubicBezTo>
                  <a:pt x="2594187" y="216224"/>
                  <a:pt x="2561603" y="230385"/>
                  <a:pt x="2540000" y="247188"/>
                </a:cubicBezTo>
                <a:cubicBezTo>
                  <a:pt x="2517732" y="264508"/>
                  <a:pt x="2490540" y="274553"/>
                  <a:pt x="2467429" y="290731"/>
                </a:cubicBezTo>
                <a:cubicBezTo>
                  <a:pt x="2442050" y="308496"/>
                  <a:pt x="2421421" y="332849"/>
                  <a:pt x="2394857" y="348788"/>
                </a:cubicBezTo>
                <a:cubicBezTo>
                  <a:pt x="2372516" y="362193"/>
                  <a:pt x="2346681" y="368669"/>
                  <a:pt x="2322286" y="377817"/>
                </a:cubicBezTo>
                <a:cubicBezTo>
                  <a:pt x="2307961" y="383189"/>
                  <a:pt x="2278743" y="392331"/>
                  <a:pt x="2278743" y="392331"/>
                </a:cubicBezTo>
              </a:path>
            </a:pathLst>
          </a:custGeom>
          <a:ln w="57150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B92F0F4C-6F37-A208-3308-6FF410B66767}"/>
              </a:ext>
            </a:extLst>
          </p:cNvPr>
          <p:cNvSpPr/>
          <p:nvPr/>
        </p:nvSpPr>
        <p:spPr>
          <a:xfrm rot="290952">
            <a:off x="2720908" y="3284695"/>
            <a:ext cx="2598227" cy="392331"/>
          </a:xfrm>
          <a:custGeom>
            <a:avLst/>
            <a:gdLst>
              <a:gd name="connsiteX0" fmla="*/ 0 w 2598227"/>
              <a:gd name="connsiteY0" fmla="*/ 276217 h 392331"/>
              <a:gd name="connsiteX1" fmla="*/ 464457 w 2598227"/>
              <a:gd name="connsiteY1" fmla="*/ 305245 h 392331"/>
              <a:gd name="connsiteX2" fmla="*/ 1683657 w 2598227"/>
              <a:gd name="connsiteY2" fmla="*/ 261703 h 392331"/>
              <a:gd name="connsiteX3" fmla="*/ 1930400 w 2598227"/>
              <a:gd name="connsiteY3" fmla="*/ 232674 h 392331"/>
              <a:gd name="connsiteX4" fmla="*/ 2133600 w 2598227"/>
              <a:gd name="connsiteY4" fmla="*/ 189131 h 392331"/>
              <a:gd name="connsiteX5" fmla="*/ 2583543 w 2598227"/>
              <a:gd name="connsiteY5" fmla="*/ 145588 h 392331"/>
              <a:gd name="connsiteX6" fmla="*/ 2394857 w 2598227"/>
              <a:gd name="connsiteY6" fmla="*/ 58503 h 392331"/>
              <a:gd name="connsiteX7" fmla="*/ 2293257 w 2598227"/>
              <a:gd name="connsiteY7" fmla="*/ 445 h 392331"/>
              <a:gd name="connsiteX8" fmla="*/ 2540000 w 2598227"/>
              <a:gd name="connsiteY8" fmla="*/ 102045 h 392331"/>
              <a:gd name="connsiteX9" fmla="*/ 2554514 w 2598227"/>
              <a:gd name="connsiteY9" fmla="*/ 145588 h 392331"/>
              <a:gd name="connsiteX10" fmla="*/ 2598057 w 2598227"/>
              <a:gd name="connsiteY10" fmla="*/ 189131 h 392331"/>
              <a:gd name="connsiteX11" fmla="*/ 2540000 w 2598227"/>
              <a:gd name="connsiteY11" fmla="*/ 247188 h 392331"/>
              <a:gd name="connsiteX12" fmla="*/ 2467429 w 2598227"/>
              <a:gd name="connsiteY12" fmla="*/ 290731 h 392331"/>
              <a:gd name="connsiteX13" fmla="*/ 2394857 w 2598227"/>
              <a:gd name="connsiteY13" fmla="*/ 348788 h 392331"/>
              <a:gd name="connsiteX14" fmla="*/ 2322286 w 2598227"/>
              <a:gd name="connsiteY14" fmla="*/ 377817 h 392331"/>
              <a:gd name="connsiteX15" fmla="*/ 2278743 w 2598227"/>
              <a:gd name="connsiteY15" fmla="*/ 392331 h 39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227" h="392331">
                <a:moveTo>
                  <a:pt x="0" y="276217"/>
                </a:moveTo>
                <a:cubicBezTo>
                  <a:pt x="180900" y="312396"/>
                  <a:pt x="153106" y="310855"/>
                  <a:pt x="464457" y="305245"/>
                </a:cubicBezTo>
                <a:cubicBezTo>
                  <a:pt x="871050" y="297919"/>
                  <a:pt x="1277257" y="276217"/>
                  <a:pt x="1683657" y="261703"/>
                </a:cubicBezTo>
                <a:cubicBezTo>
                  <a:pt x="1765905" y="252027"/>
                  <a:pt x="1848642" y="245861"/>
                  <a:pt x="1930400" y="232674"/>
                </a:cubicBezTo>
                <a:cubicBezTo>
                  <a:pt x="1998787" y="221644"/>
                  <a:pt x="2065111" y="199508"/>
                  <a:pt x="2133600" y="189131"/>
                </a:cubicBezTo>
                <a:cubicBezTo>
                  <a:pt x="2240910" y="172872"/>
                  <a:pt x="2459956" y="155887"/>
                  <a:pt x="2583543" y="145588"/>
                </a:cubicBezTo>
                <a:cubicBezTo>
                  <a:pt x="2270811" y="-33115"/>
                  <a:pt x="2663732" y="182599"/>
                  <a:pt x="2394857" y="58503"/>
                </a:cubicBezTo>
                <a:cubicBezTo>
                  <a:pt x="2359441" y="42157"/>
                  <a:pt x="2254643" y="-5071"/>
                  <a:pt x="2293257" y="445"/>
                </a:cubicBezTo>
                <a:cubicBezTo>
                  <a:pt x="2423032" y="18984"/>
                  <a:pt x="2458405" y="47649"/>
                  <a:pt x="2540000" y="102045"/>
                </a:cubicBezTo>
                <a:cubicBezTo>
                  <a:pt x="2544838" y="116559"/>
                  <a:pt x="2546027" y="132858"/>
                  <a:pt x="2554514" y="145588"/>
                </a:cubicBezTo>
                <a:cubicBezTo>
                  <a:pt x="2565900" y="162667"/>
                  <a:pt x="2600960" y="168811"/>
                  <a:pt x="2598057" y="189131"/>
                </a:cubicBezTo>
                <a:cubicBezTo>
                  <a:pt x="2594187" y="216224"/>
                  <a:pt x="2561603" y="230385"/>
                  <a:pt x="2540000" y="247188"/>
                </a:cubicBezTo>
                <a:cubicBezTo>
                  <a:pt x="2517732" y="264508"/>
                  <a:pt x="2490540" y="274553"/>
                  <a:pt x="2467429" y="290731"/>
                </a:cubicBezTo>
                <a:cubicBezTo>
                  <a:pt x="2442050" y="308496"/>
                  <a:pt x="2421421" y="332849"/>
                  <a:pt x="2394857" y="348788"/>
                </a:cubicBezTo>
                <a:cubicBezTo>
                  <a:pt x="2372516" y="362193"/>
                  <a:pt x="2346681" y="368669"/>
                  <a:pt x="2322286" y="377817"/>
                </a:cubicBezTo>
                <a:cubicBezTo>
                  <a:pt x="2307961" y="383189"/>
                  <a:pt x="2278743" y="392331"/>
                  <a:pt x="2278743" y="392331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739E230E-BB13-1C31-8A42-EC9A5A9759F6}"/>
              </a:ext>
            </a:extLst>
          </p:cNvPr>
          <p:cNvSpPr/>
          <p:nvPr/>
        </p:nvSpPr>
        <p:spPr>
          <a:xfrm>
            <a:off x="2757714" y="4731657"/>
            <a:ext cx="2467429" cy="609600"/>
          </a:xfrm>
          <a:custGeom>
            <a:avLst/>
            <a:gdLst>
              <a:gd name="connsiteX0" fmla="*/ 0 w 2467429"/>
              <a:gd name="connsiteY0" fmla="*/ 0 h 609600"/>
              <a:gd name="connsiteX1" fmla="*/ 87086 w 2467429"/>
              <a:gd name="connsiteY1" fmla="*/ 14514 h 609600"/>
              <a:gd name="connsiteX2" fmla="*/ 391886 w 2467429"/>
              <a:gd name="connsiteY2" fmla="*/ 130629 h 609600"/>
              <a:gd name="connsiteX3" fmla="*/ 696686 w 2467429"/>
              <a:gd name="connsiteY3" fmla="*/ 159657 h 609600"/>
              <a:gd name="connsiteX4" fmla="*/ 1117600 w 2467429"/>
              <a:gd name="connsiteY4" fmla="*/ 290286 h 609600"/>
              <a:gd name="connsiteX5" fmla="*/ 1277257 w 2467429"/>
              <a:gd name="connsiteY5" fmla="*/ 348343 h 609600"/>
              <a:gd name="connsiteX6" fmla="*/ 1480457 w 2467429"/>
              <a:gd name="connsiteY6" fmla="*/ 377372 h 609600"/>
              <a:gd name="connsiteX7" fmla="*/ 2351315 w 2467429"/>
              <a:gd name="connsiteY7" fmla="*/ 304800 h 609600"/>
              <a:gd name="connsiteX8" fmla="*/ 2394857 w 2467429"/>
              <a:gd name="connsiteY8" fmla="*/ 290286 h 609600"/>
              <a:gd name="connsiteX9" fmla="*/ 2191657 w 2467429"/>
              <a:gd name="connsiteY9" fmla="*/ 58057 h 609600"/>
              <a:gd name="connsiteX10" fmla="*/ 2133600 w 2467429"/>
              <a:gd name="connsiteY10" fmla="*/ 14514 h 609600"/>
              <a:gd name="connsiteX11" fmla="*/ 2365829 w 2467429"/>
              <a:gd name="connsiteY11" fmla="*/ 203200 h 609600"/>
              <a:gd name="connsiteX12" fmla="*/ 2467429 w 2467429"/>
              <a:gd name="connsiteY12" fmla="*/ 304800 h 609600"/>
              <a:gd name="connsiteX13" fmla="*/ 2380343 w 2467429"/>
              <a:gd name="connsiteY13" fmla="*/ 391886 h 609600"/>
              <a:gd name="connsiteX14" fmla="*/ 2220686 w 2467429"/>
              <a:gd name="connsiteY14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67429" h="609600">
                <a:moveTo>
                  <a:pt x="0" y="0"/>
                </a:moveTo>
                <a:cubicBezTo>
                  <a:pt x="29029" y="4838"/>
                  <a:pt x="59167" y="5208"/>
                  <a:pt x="87086" y="14514"/>
                </a:cubicBezTo>
                <a:cubicBezTo>
                  <a:pt x="190229" y="48895"/>
                  <a:pt x="286120" y="105447"/>
                  <a:pt x="391886" y="130629"/>
                </a:cubicBezTo>
                <a:cubicBezTo>
                  <a:pt x="491170" y="154268"/>
                  <a:pt x="595086" y="149981"/>
                  <a:pt x="696686" y="159657"/>
                </a:cubicBezTo>
                <a:lnTo>
                  <a:pt x="1117600" y="290286"/>
                </a:lnTo>
                <a:cubicBezTo>
                  <a:pt x="1171456" y="307789"/>
                  <a:pt x="1222192" y="335127"/>
                  <a:pt x="1277257" y="348343"/>
                </a:cubicBezTo>
                <a:cubicBezTo>
                  <a:pt x="1343789" y="364311"/>
                  <a:pt x="1412724" y="367696"/>
                  <a:pt x="1480457" y="377372"/>
                </a:cubicBezTo>
                <a:cubicBezTo>
                  <a:pt x="2034318" y="345418"/>
                  <a:pt x="2028834" y="392750"/>
                  <a:pt x="2351315" y="304800"/>
                </a:cubicBezTo>
                <a:cubicBezTo>
                  <a:pt x="2366075" y="300775"/>
                  <a:pt x="2380343" y="295124"/>
                  <a:pt x="2394857" y="290286"/>
                </a:cubicBezTo>
                <a:cubicBezTo>
                  <a:pt x="2327124" y="212876"/>
                  <a:pt x="2262398" y="132728"/>
                  <a:pt x="2191657" y="58057"/>
                </a:cubicBezTo>
                <a:cubicBezTo>
                  <a:pt x="2175020" y="40496"/>
                  <a:pt x="2116495" y="-2591"/>
                  <a:pt x="2133600" y="14514"/>
                </a:cubicBezTo>
                <a:cubicBezTo>
                  <a:pt x="2378128" y="259042"/>
                  <a:pt x="2157676" y="24784"/>
                  <a:pt x="2365829" y="203200"/>
                </a:cubicBezTo>
                <a:cubicBezTo>
                  <a:pt x="2402193" y="234369"/>
                  <a:pt x="2467429" y="304800"/>
                  <a:pt x="2467429" y="304800"/>
                </a:cubicBezTo>
                <a:cubicBezTo>
                  <a:pt x="2438400" y="333829"/>
                  <a:pt x="2406787" y="360484"/>
                  <a:pt x="2380343" y="391886"/>
                </a:cubicBezTo>
                <a:cubicBezTo>
                  <a:pt x="2249614" y="547127"/>
                  <a:pt x="2267822" y="515327"/>
                  <a:pt x="2220686" y="609600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73E9914-3764-E552-11FE-0CEC4E48E828}"/>
              </a:ext>
            </a:extLst>
          </p:cNvPr>
          <p:cNvSpPr txBox="1"/>
          <p:nvPr/>
        </p:nvSpPr>
        <p:spPr>
          <a:xfrm>
            <a:off x="5558971" y="467299"/>
            <a:ext cx="6030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Think of a </a:t>
            </a:r>
            <a:r>
              <a:rPr lang="en-US" sz="3200" b="1" dirty="0">
                <a:solidFill>
                  <a:srgbClr val="F5B9FF"/>
                </a:solidFill>
              </a:rPr>
              <a:t>calculator</a:t>
            </a:r>
            <a:r>
              <a:rPr lang="en-US" sz="2000" dirty="0"/>
              <a:t>, for example! :3</a:t>
            </a: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F576A32B-BF03-9B44-896E-5DADB56A8C20}"/>
              </a:ext>
            </a:extLst>
          </p:cNvPr>
          <p:cNvSpPr/>
          <p:nvPr/>
        </p:nvSpPr>
        <p:spPr>
          <a:xfrm>
            <a:off x="1969425" y="5667732"/>
            <a:ext cx="4860000" cy="1086731"/>
          </a:xfrm>
          <a:custGeom>
            <a:avLst/>
            <a:gdLst>
              <a:gd name="connsiteX0" fmla="*/ 0 w 2467429"/>
              <a:gd name="connsiteY0" fmla="*/ 0 h 609600"/>
              <a:gd name="connsiteX1" fmla="*/ 87086 w 2467429"/>
              <a:gd name="connsiteY1" fmla="*/ 14514 h 609600"/>
              <a:gd name="connsiteX2" fmla="*/ 391886 w 2467429"/>
              <a:gd name="connsiteY2" fmla="*/ 130629 h 609600"/>
              <a:gd name="connsiteX3" fmla="*/ 696686 w 2467429"/>
              <a:gd name="connsiteY3" fmla="*/ 159657 h 609600"/>
              <a:gd name="connsiteX4" fmla="*/ 1117600 w 2467429"/>
              <a:gd name="connsiteY4" fmla="*/ 290286 h 609600"/>
              <a:gd name="connsiteX5" fmla="*/ 1277257 w 2467429"/>
              <a:gd name="connsiteY5" fmla="*/ 348343 h 609600"/>
              <a:gd name="connsiteX6" fmla="*/ 1480457 w 2467429"/>
              <a:gd name="connsiteY6" fmla="*/ 377372 h 609600"/>
              <a:gd name="connsiteX7" fmla="*/ 2351315 w 2467429"/>
              <a:gd name="connsiteY7" fmla="*/ 304800 h 609600"/>
              <a:gd name="connsiteX8" fmla="*/ 2394857 w 2467429"/>
              <a:gd name="connsiteY8" fmla="*/ 290286 h 609600"/>
              <a:gd name="connsiteX9" fmla="*/ 2191657 w 2467429"/>
              <a:gd name="connsiteY9" fmla="*/ 58057 h 609600"/>
              <a:gd name="connsiteX10" fmla="*/ 2133600 w 2467429"/>
              <a:gd name="connsiteY10" fmla="*/ 14514 h 609600"/>
              <a:gd name="connsiteX11" fmla="*/ 2365829 w 2467429"/>
              <a:gd name="connsiteY11" fmla="*/ 203200 h 609600"/>
              <a:gd name="connsiteX12" fmla="*/ 2467429 w 2467429"/>
              <a:gd name="connsiteY12" fmla="*/ 304800 h 609600"/>
              <a:gd name="connsiteX13" fmla="*/ 2380343 w 2467429"/>
              <a:gd name="connsiteY13" fmla="*/ 391886 h 609600"/>
              <a:gd name="connsiteX14" fmla="*/ 2220686 w 2467429"/>
              <a:gd name="connsiteY14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67429" h="609600">
                <a:moveTo>
                  <a:pt x="0" y="0"/>
                </a:moveTo>
                <a:cubicBezTo>
                  <a:pt x="29029" y="4838"/>
                  <a:pt x="59167" y="5208"/>
                  <a:pt x="87086" y="14514"/>
                </a:cubicBezTo>
                <a:cubicBezTo>
                  <a:pt x="190229" y="48895"/>
                  <a:pt x="286120" y="105447"/>
                  <a:pt x="391886" y="130629"/>
                </a:cubicBezTo>
                <a:cubicBezTo>
                  <a:pt x="491170" y="154268"/>
                  <a:pt x="595086" y="149981"/>
                  <a:pt x="696686" y="159657"/>
                </a:cubicBezTo>
                <a:lnTo>
                  <a:pt x="1117600" y="290286"/>
                </a:lnTo>
                <a:cubicBezTo>
                  <a:pt x="1171456" y="307789"/>
                  <a:pt x="1222192" y="335127"/>
                  <a:pt x="1277257" y="348343"/>
                </a:cubicBezTo>
                <a:cubicBezTo>
                  <a:pt x="1343789" y="364311"/>
                  <a:pt x="1412724" y="367696"/>
                  <a:pt x="1480457" y="377372"/>
                </a:cubicBezTo>
                <a:cubicBezTo>
                  <a:pt x="2034318" y="345418"/>
                  <a:pt x="2028834" y="392750"/>
                  <a:pt x="2351315" y="304800"/>
                </a:cubicBezTo>
                <a:cubicBezTo>
                  <a:pt x="2366075" y="300775"/>
                  <a:pt x="2380343" y="295124"/>
                  <a:pt x="2394857" y="290286"/>
                </a:cubicBezTo>
                <a:cubicBezTo>
                  <a:pt x="2327124" y="212876"/>
                  <a:pt x="2262398" y="132728"/>
                  <a:pt x="2191657" y="58057"/>
                </a:cubicBezTo>
                <a:cubicBezTo>
                  <a:pt x="2175020" y="40496"/>
                  <a:pt x="2116495" y="-2591"/>
                  <a:pt x="2133600" y="14514"/>
                </a:cubicBezTo>
                <a:cubicBezTo>
                  <a:pt x="2378128" y="259042"/>
                  <a:pt x="2157676" y="24784"/>
                  <a:pt x="2365829" y="203200"/>
                </a:cubicBezTo>
                <a:cubicBezTo>
                  <a:pt x="2402193" y="234369"/>
                  <a:pt x="2467429" y="304800"/>
                  <a:pt x="2467429" y="304800"/>
                </a:cubicBezTo>
                <a:cubicBezTo>
                  <a:pt x="2438400" y="333829"/>
                  <a:pt x="2406787" y="360484"/>
                  <a:pt x="2380343" y="391886"/>
                </a:cubicBezTo>
                <a:cubicBezTo>
                  <a:pt x="2249614" y="547127"/>
                  <a:pt x="2267822" y="515327"/>
                  <a:pt x="2220686" y="609600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1E4DB53-37A0-47E9-F070-8E163FAF80DE}"/>
              </a:ext>
            </a:extLst>
          </p:cNvPr>
          <p:cNvSpPr txBox="1"/>
          <p:nvPr/>
        </p:nvSpPr>
        <p:spPr>
          <a:xfrm>
            <a:off x="5118525" y="1977923"/>
            <a:ext cx="2699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8 – 2 is 6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38E95E0-7B50-2427-9277-272F265F3601}"/>
              </a:ext>
            </a:extLst>
          </p:cNvPr>
          <p:cNvSpPr txBox="1"/>
          <p:nvPr/>
        </p:nvSpPr>
        <p:spPr>
          <a:xfrm>
            <a:off x="5511105" y="3141281"/>
            <a:ext cx="2699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8 / 2 is 4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377068-7911-AD7B-0763-E2E93ACF0135}"/>
              </a:ext>
            </a:extLst>
          </p:cNvPr>
          <p:cNvSpPr txBox="1"/>
          <p:nvPr/>
        </p:nvSpPr>
        <p:spPr>
          <a:xfrm>
            <a:off x="5413830" y="4404506"/>
            <a:ext cx="4020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8 * 2 is 16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B8DFDDC-AF1F-4ECE-A229-0A784FF3E317}"/>
              </a:ext>
            </a:extLst>
          </p:cNvPr>
          <p:cNvSpPr txBox="1"/>
          <p:nvPr/>
        </p:nvSpPr>
        <p:spPr>
          <a:xfrm>
            <a:off x="7044413" y="5667731"/>
            <a:ext cx="4020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8 + 2 is 10</a:t>
            </a:r>
          </a:p>
        </p:txBody>
      </p:sp>
    </p:spTree>
    <p:extLst>
      <p:ext uri="{BB962C8B-B14F-4D97-AF65-F5344CB8AC3E}">
        <p14:creationId xmlns:p14="http://schemas.microsoft.com/office/powerpoint/2010/main" val="395443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228AC-A072-88A6-0A04-67CB4048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08602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BONUS !</a:t>
            </a:r>
            <a:endParaRPr lang="en-U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43F850-6B21-263F-485F-FD53A696C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033259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An interesting arithmetic operator that super duper advanced programmers use a lot is…</a:t>
            </a:r>
          </a:p>
        </p:txBody>
      </p:sp>
    </p:spTree>
    <p:extLst>
      <p:ext uri="{BB962C8B-B14F-4D97-AF65-F5344CB8AC3E}">
        <p14:creationId xmlns:p14="http://schemas.microsoft.com/office/powerpoint/2010/main" val="45192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00D65-9AE6-5C79-B1BF-7DB1B677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65EE8-BA09-7C7B-BF18-AF721E91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08602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BONUS !</a:t>
            </a:r>
            <a:endParaRPr lang="en-U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533D15-A993-BFA9-AD32-708872EE3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033259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An interesting arithmetic operator that super duper advanced programmers use a lot is…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the </a:t>
            </a:r>
            <a:r>
              <a:rPr lang="en-US" sz="3200" b="1" i="1" dirty="0">
                <a:solidFill>
                  <a:srgbClr val="00E2E2"/>
                </a:solidFill>
              </a:rPr>
              <a:t>modulo</a:t>
            </a:r>
            <a:r>
              <a:rPr lang="en-US" sz="3200" dirty="0"/>
              <a:t> operator!</a:t>
            </a:r>
          </a:p>
        </p:txBody>
      </p:sp>
    </p:spTree>
    <p:extLst>
      <p:ext uri="{BB962C8B-B14F-4D97-AF65-F5344CB8AC3E}">
        <p14:creationId xmlns:p14="http://schemas.microsoft.com/office/powerpoint/2010/main" val="3979651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ECF5-D3E7-3217-A573-1AC35E8B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4580C657-7C55-B2BA-AA2F-E89B4F015F2F}"/>
              </a:ext>
            </a:extLst>
          </p:cNvPr>
          <p:cNvGrpSpPr/>
          <p:nvPr/>
        </p:nvGrpSpPr>
        <p:grpSpPr>
          <a:xfrm>
            <a:off x="268516" y="467299"/>
            <a:ext cx="2859314" cy="5923402"/>
            <a:chOff x="9006116" y="143569"/>
            <a:chExt cx="2859314" cy="5923402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D7D5B77A-EA32-C242-F2E9-974DECC11A78}"/>
                </a:ext>
              </a:extLst>
            </p:cNvPr>
            <p:cNvGrpSpPr/>
            <p:nvPr/>
          </p:nvGrpSpPr>
          <p:grpSpPr>
            <a:xfrm>
              <a:off x="9085945" y="1035147"/>
              <a:ext cx="2699657" cy="5031824"/>
              <a:chOff x="8496977" y="1229623"/>
              <a:chExt cx="2699657" cy="5031824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607F875C-CB5C-0B77-EAC1-98E76858F629}"/>
                  </a:ext>
                </a:extLst>
              </p:cNvPr>
              <p:cNvSpPr/>
              <p:nvPr/>
            </p:nvSpPr>
            <p:spPr>
              <a:xfrm>
                <a:off x="8496977" y="1229623"/>
                <a:ext cx="2699657" cy="5031824"/>
              </a:xfrm>
              <a:prstGeom prst="ellipse">
                <a:avLst/>
              </a:prstGeom>
              <a:solidFill>
                <a:srgbClr val="F5B9FF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71F99CB-ED4E-E177-6385-F96C26B73A9D}"/>
                  </a:ext>
                </a:extLst>
              </p:cNvPr>
              <p:cNvSpPr txBox="1"/>
              <p:nvPr/>
            </p:nvSpPr>
            <p:spPr>
              <a:xfrm>
                <a:off x="9401848" y="3140996"/>
                <a:ext cx="10087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200" dirty="0"/>
                  <a:t>%</a:t>
                </a:r>
              </a:p>
            </p:txBody>
          </p: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A5E2BF83-DC13-C96E-6263-036C67706204}"/>
                </a:ext>
              </a:extLst>
            </p:cNvPr>
            <p:cNvSpPr txBox="1"/>
            <p:nvPr/>
          </p:nvSpPr>
          <p:spPr>
            <a:xfrm>
              <a:off x="9006116" y="143569"/>
              <a:ext cx="2859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5B9FF"/>
                  </a:solidFill>
                  <a:highlight>
                    <a:srgbClr val="000000"/>
                  </a:highlight>
                </a:rPr>
                <a:t>Arithmetic</a:t>
              </a:r>
              <a:endParaRPr lang="en-US" sz="2800" b="1" dirty="0">
                <a:solidFill>
                  <a:srgbClr val="F5B9FF"/>
                </a:solidFill>
              </a:endParaRPr>
            </a:p>
            <a:p>
              <a:pPr algn="ctr"/>
              <a:r>
                <a:rPr lang="en-US" sz="2000" dirty="0"/>
                <a:t>operators</a:t>
              </a:r>
            </a:p>
          </p:txBody>
        </p:sp>
      </p:grp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03CD7645-130C-44E0-8BD6-A386C13D3D4E}"/>
              </a:ext>
            </a:extLst>
          </p:cNvPr>
          <p:cNvSpPr/>
          <p:nvPr/>
        </p:nvSpPr>
        <p:spPr>
          <a:xfrm>
            <a:off x="2699657" y="681726"/>
            <a:ext cx="2598227" cy="392331"/>
          </a:xfrm>
          <a:custGeom>
            <a:avLst/>
            <a:gdLst>
              <a:gd name="connsiteX0" fmla="*/ 0 w 2598227"/>
              <a:gd name="connsiteY0" fmla="*/ 276217 h 392331"/>
              <a:gd name="connsiteX1" fmla="*/ 464457 w 2598227"/>
              <a:gd name="connsiteY1" fmla="*/ 305245 h 392331"/>
              <a:gd name="connsiteX2" fmla="*/ 1683657 w 2598227"/>
              <a:gd name="connsiteY2" fmla="*/ 261703 h 392331"/>
              <a:gd name="connsiteX3" fmla="*/ 1930400 w 2598227"/>
              <a:gd name="connsiteY3" fmla="*/ 232674 h 392331"/>
              <a:gd name="connsiteX4" fmla="*/ 2133600 w 2598227"/>
              <a:gd name="connsiteY4" fmla="*/ 189131 h 392331"/>
              <a:gd name="connsiteX5" fmla="*/ 2583543 w 2598227"/>
              <a:gd name="connsiteY5" fmla="*/ 145588 h 392331"/>
              <a:gd name="connsiteX6" fmla="*/ 2394857 w 2598227"/>
              <a:gd name="connsiteY6" fmla="*/ 58503 h 392331"/>
              <a:gd name="connsiteX7" fmla="*/ 2293257 w 2598227"/>
              <a:gd name="connsiteY7" fmla="*/ 445 h 392331"/>
              <a:gd name="connsiteX8" fmla="*/ 2540000 w 2598227"/>
              <a:gd name="connsiteY8" fmla="*/ 102045 h 392331"/>
              <a:gd name="connsiteX9" fmla="*/ 2554514 w 2598227"/>
              <a:gd name="connsiteY9" fmla="*/ 145588 h 392331"/>
              <a:gd name="connsiteX10" fmla="*/ 2598057 w 2598227"/>
              <a:gd name="connsiteY10" fmla="*/ 189131 h 392331"/>
              <a:gd name="connsiteX11" fmla="*/ 2540000 w 2598227"/>
              <a:gd name="connsiteY11" fmla="*/ 247188 h 392331"/>
              <a:gd name="connsiteX12" fmla="*/ 2467429 w 2598227"/>
              <a:gd name="connsiteY12" fmla="*/ 290731 h 392331"/>
              <a:gd name="connsiteX13" fmla="*/ 2394857 w 2598227"/>
              <a:gd name="connsiteY13" fmla="*/ 348788 h 392331"/>
              <a:gd name="connsiteX14" fmla="*/ 2322286 w 2598227"/>
              <a:gd name="connsiteY14" fmla="*/ 377817 h 392331"/>
              <a:gd name="connsiteX15" fmla="*/ 2278743 w 2598227"/>
              <a:gd name="connsiteY15" fmla="*/ 392331 h 39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227" h="392331">
                <a:moveTo>
                  <a:pt x="0" y="276217"/>
                </a:moveTo>
                <a:cubicBezTo>
                  <a:pt x="180900" y="312396"/>
                  <a:pt x="153106" y="310855"/>
                  <a:pt x="464457" y="305245"/>
                </a:cubicBezTo>
                <a:cubicBezTo>
                  <a:pt x="871050" y="297919"/>
                  <a:pt x="1277257" y="276217"/>
                  <a:pt x="1683657" y="261703"/>
                </a:cubicBezTo>
                <a:cubicBezTo>
                  <a:pt x="1765905" y="252027"/>
                  <a:pt x="1848642" y="245861"/>
                  <a:pt x="1930400" y="232674"/>
                </a:cubicBezTo>
                <a:cubicBezTo>
                  <a:pt x="1998787" y="221644"/>
                  <a:pt x="2065111" y="199508"/>
                  <a:pt x="2133600" y="189131"/>
                </a:cubicBezTo>
                <a:cubicBezTo>
                  <a:pt x="2240910" y="172872"/>
                  <a:pt x="2459956" y="155887"/>
                  <a:pt x="2583543" y="145588"/>
                </a:cubicBezTo>
                <a:cubicBezTo>
                  <a:pt x="2270811" y="-33115"/>
                  <a:pt x="2663732" y="182599"/>
                  <a:pt x="2394857" y="58503"/>
                </a:cubicBezTo>
                <a:cubicBezTo>
                  <a:pt x="2359441" y="42157"/>
                  <a:pt x="2254643" y="-5071"/>
                  <a:pt x="2293257" y="445"/>
                </a:cubicBezTo>
                <a:cubicBezTo>
                  <a:pt x="2423032" y="18984"/>
                  <a:pt x="2458405" y="47649"/>
                  <a:pt x="2540000" y="102045"/>
                </a:cubicBezTo>
                <a:cubicBezTo>
                  <a:pt x="2544838" y="116559"/>
                  <a:pt x="2546027" y="132858"/>
                  <a:pt x="2554514" y="145588"/>
                </a:cubicBezTo>
                <a:cubicBezTo>
                  <a:pt x="2565900" y="162667"/>
                  <a:pt x="2600960" y="168811"/>
                  <a:pt x="2598057" y="189131"/>
                </a:cubicBezTo>
                <a:cubicBezTo>
                  <a:pt x="2594187" y="216224"/>
                  <a:pt x="2561603" y="230385"/>
                  <a:pt x="2540000" y="247188"/>
                </a:cubicBezTo>
                <a:cubicBezTo>
                  <a:pt x="2517732" y="264508"/>
                  <a:pt x="2490540" y="274553"/>
                  <a:pt x="2467429" y="290731"/>
                </a:cubicBezTo>
                <a:cubicBezTo>
                  <a:pt x="2442050" y="308496"/>
                  <a:pt x="2421421" y="332849"/>
                  <a:pt x="2394857" y="348788"/>
                </a:cubicBezTo>
                <a:cubicBezTo>
                  <a:pt x="2372516" y="362193"/>
                  <a:pt x="2346681" y="368669"/>
                  <a:pt x="2322286" y="377817"/>
                </a:cubicBezTo>
                <a:cubicBezTo>
                  <a:pt x="2307961" y="383189"/>
                  <a:pt x="2278743" y="392331"/>
                  <a:pt x="2278743" y="392331"/>
                </a:cubicBezTo>
              </a:path>
            </a:pathLst>
          </a:custGeom>
          <a:ln w="57150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C86C0341-6801-DD8F-BFD0-EE52EF4C0322}"/>
              </a:ext>
            </a:extLst>
          </p:cNvPr>
          <p:cNvSpPr/>
          <p:nvPr/>
        </p:nvSpPr>
        <p:spPr>
          <a:xfrm rot="21323410">
            <a:off x="2363379" y="3586494"/>
            <a:ext cx="2554870" cy="385784"/>
          </a:xfrm>
          <a:custGeom>
            <a:avLst/>
            <a:gdLst>
              <a:gd name="connsiteX0" fmla="*/ 0 w 2598227"/>
              <a:gd name="connsiteY0" fmla="*/ 276217 h 392331"/>
              <a:gd name="connsiteX1" fmla="*/ 464457 w 2598227"/>
              <a:gd name="connsiteY1" fmla="*/ 305245 h 392331"/>
              <a:gd name="connsiteX2" fmla="*/ 1683657 w 2598227"/>
              <a:gd name="connsiteY2" fmla="*/ 261703 h 392331"/>
              <a:gd name="connsiteX3" fmla="*/ 1930400 w 2598227"/>
              <a:gd name="connsiteY3" fmla="*/ 232674 h 392331"/>
              <a:gd name="connsiteX4" fmla="*/ 2133600 w 2598227"/>
              <a:gd name="connsiteY4" fmla="*/ 189131 h 392331"/>
              <a:gd name="connsiteX5" fmla="*/ 2583543 w 2598227"/>
              <a:gd name="connsiteY5" fmla="*/ 145588 h 392331"/>
              <a:gd name="connsiteX6" fmla="*/ 2394857 w 2598227"/>
              <a:gd name="connsiteY6" fmla="*/ 58503 h 392331"/>
              <a:gd name="connsiteX7" fmla="*/ 2293257 w 2598227"/>
              <a:gd name="connsiteY7" fmla="*/ 445 h 392331"/>
              <a:gd name="connsiteX8" fmla="*/ 2540000 w 2598227"/>
              <a:gd name="connsiteY8" fmla="*/ 102045 h 392331"/>
              <a:gd name="connsiteX9" fmla="*/ 2554514 w 2598227"/>
              <a:gd name="connsiteY9" fmla="*/ 145588 h 392331"/>
              <a:gd name="connsiteX10" fmla="*/ 2598057 w 2598227"/>
              <a:gd name="connsiteY10" fmla="*/ 189131 h 392331"/>
              <a:gd name="connsiteX11" fmla="*/ 2540000 w 2598227"/>
              <a:gd name="connsiteY11" fmla="*/ 247188 h 392331"/>
              <a:gd name="connsiteX12" fmla="*/ 2467429 w 2598227"/>
              <a:gd name="connsiteY12" fmla="*/ 290731 h 392331"/>
              <a:gd name="connsiteX13" fmla="*/ 2394857 w 2598227"/>
              <a:gd name="connsiteY13" fmla="*/ 348788 h 392331"/>
              <a:gd name="connsiteX14" fmla="*/ 2322286 w 2598227"/>
              <a:gd name="connsiteY14" fmla="*/ 377817 h 392331"/>
              <a:gd name="connsiteX15" fmla="*/ 2278743 w 2598227"/>
              <a:gd name="connsiteY15" fmla="*/ 392331 h 39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227" h="392331">
                <a:moveTo>
                  <a:pt x="0" y="276217"/>
                </a:moveTo>
                <a:cubicBezTo>
                  <a:pt x="180900" y="312396"/>
                  <a:pt x="153106" y="310855"/>
                  <a:pt x="464457" y="305245"/>
                </a:cubicBezTo>
                <a:cubicBezTo>
                  <a:pt x="871050" y="297919"/>
                  <a:pt x="1277257" y="276217"/>
                  <a:pt x="1683657" y="261703"/>
                </a:cubicBezTo>
                <a:cubicBezTo>
                  <a:pt x="1765905" y="252027"/>
                  <a:pt x="1848642" y="245861"/>
                  <a:pt x="1930400" y="232674"/>
                </a:cubicBezTo>
                <a:cubicBezTo>
                  <a:pt x="1998787" y="221644"/>
                  <a:pt x="2065111" y="199508"/>
                  <a:pt x="2133600" y="189131"/>
                </a:cubicBezTo>
                <a:cubicBezTo>
                  <a:pt x="2240910" y="172872"/>
                  <a:pt x="2459956" y="155887"/>
                  <a:pt x="2583543" y="145588"/>
                </a:cubicBezTo>
                <a:cubicBezTo>
                  <a:pt x="2270811" y="-33115"/>
                  <a:pt x="2663732" y="182599"/>
                  <a:pt x="2394857" y="58503"/>
                </a:cubicBezTo>
                <a:cubicBezTo>
                  <a:pt x="2359441" y="42157"/>
                  <a:pt x="2254643" y="-5071"/>
                  <a:pt x="2293257" y="445"/>
                </a:cubicBezTo>
                <a:cubicBezTo>
                  <a:pt x="2423032" y="18984"/>
                  <a:pt x="2458405" y="47649"/>
                  <a:pt x="2540000" y="102045"/>
                </a:cubicBezTo>
                <a:cubicBezTo>
                  <a:pt x="2544838" y="116559"/>
                  <a:pt x="2546027" y="132858"/>
                  <a:pt x="2554514" y="145588"/>
                </a:cubicBezTo>
                <a:cubicBezTo>
                  <a:pt x="2565900" y="162667"/>
                  <a:pt x="2600960" y="168811"/>
                  <a:pt x="2598057" y="189131"/>
                </a:cubicBezTo>
                <a:cubicBezTo>
                  <a:pt x="2594187" y="216224"/>
                  <a:pt x="2561603" y="230385"/>
                  <a:pt x="2540000" y="247188"/>
                </a:cubicBezTo>
                <a:cubicBezTo>
                  <a:pt x="2517732" y="264508"/>
                  <a:pt x="2490540" y="274553"/>
                  <a:pt x="2467429" y="290731"/>
                </a:cubicBezTo>
                <a:cubicBezTo>
                  <a:pt x="2442050" y="308496"/>
                  <a:pt x="2421421" y="332849"/>
                  <a:pt x="2394857" y="348788"/>
                </a:cubicBezTo>
                <a:cubicBezTo>
                  <a:pt x="2372516" y="362193"/>
                  <a:pt x="2346681" y="368669"/>
                  <a:pt x="2322286" y="377817"/>
                </a:cubicBezTo>
                <a:cubicBezTo>
                  <a:pt x="2307961" y="383189"/>
                  <a:pt x="2278743" y="392331"/>
                  <a:pt x="2278743" y="392331"/>
                </a:cubicBezTo>
              </a:path>
            </a:pathLst>
          </a:cu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5D26FED-C913-CD80-AD26-0BC964666F45}"/>
              </a:ext>
            </a:extLst>
          </p:cNvPr>
          <p:cNvSpPr txBox="1"/>
          <p:nvPr/>
        </p:nvSpPr>
        <p:spPr>
          <a:xfrm>
            <a:off x="5558971" y="467299"/>
            <a:ext cx="6030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Think of a </a:t>
            </a:r>
            <a:r>
              <a:rPr lang="en-US" sz="3200" b="1" dirty="0">
                <a:solidFill>
                  <a:srgbClr val="F5B9FF"/>
                </a:solidFill>
              </a:rPr>
              <a:t>calculator</a:t>
            </a:r>
            <a:r>
              <a:rPr lang="en-US" sz="2000" dirty="0"/>
              <a:t>, for example! :3</a:t>
            </a: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20A8CA72-2A13-B4EA-392F-6ED8530B2968}"/>
              </a:ext>
            </a:extLst>
          </p:cNvPr>
          <p:cNvSpPr/>
          <p:nvPr/>
        </p:nvSpPr>
        <p:spPr>
          <a:xfrm rot="436379">
            <a:off x="1530564" y="4664688"/>
            <a:ext cx="3134750" cy="1072880"/>
          </a:xfrm>
          <a:custGeom>
            <a:avLst/>
            <a:gdLst>
              <a:gd name="connsiteX0" fmla="*/ 0 w 2467429"/>
              <a:gd name="connsiteY0" fmla="*/ 0 h 609600"/>
              <a:gd name="connsiteX1" fmla="*/ 87086 w 2467429"/>
              <a:gd name="connsiteY1" fmla="*/ 14514 h 609600"/>
              <a:gd name="connsiteX2" fmla="*/ 391886 w 2467429"/>
              <a:gd name="connsiteY2" fmla="*/ 130629 h 609600"/>
              <a:gd name="connsiteX3" fmla="*/ 696686 w 2467429"/>
              <a:gd name="connsiteY3" fmla="*/ 159657 h 609600"/>
              <a:gd name="connsiteX4" fmla="*/ 1117600 w 2467429"/>
              <a:gd name="connsiteY4" fmla="*/ 290286 h 609600"/>
              <a:gd name="connsiteX5" fmla="*/ 1277257 w 2467429"/>
              <a:gd name="connsiteY5" fmla="*/ 348343 h 609600"/>
              <a:gd name="connsiteX6" fmla="*/ 1480457 w 2467429"/>
              <a:gd name="connsiteY6" fmla="*/ 377372 h 609600"/>
              <a:gd name="connsiteX7" fmla="*/ 2351315 w 2467429"/>
              <a:gd name="connsiteY7" fmla="*/ 304800 h 609600"/>
              <a:gd name="connsiteX8" fmla="*/ 2394857 w 2467429"/>
              <a:gd name="connsiteY8" fmla="*/ 290286 h 609600"/>
              <a:gd name="connsiteX9" fmla="*/ 2191657 w 2467429"/>
              <a:gd name="connsiteY9" fmla="*/ 58057 h 609600"/>
              <a:gd name="connsiteX10" fmla="*/ 2133600 w 2467429"/>
              <a:gd name="connsiteY10" fmla="*/ 14514 h 609600"/>
              <a:gd name="connsiteX11" fmla="*/ 2365829 w 2467429"/>
              <a:gd name="connsiteY11" fmla="*/ 203200 h 609600"/>
              <a:gd name="connsiteX12" fmla="*/ 2467429 w 2467429"/>
              <a:gd name="connsiteY12" fmla="*/ 304800 h 609600"/>
              <a:gd name="connsiteX13" fmla="*/ 2380343 w 2467429"/>
              <a:gd name="connsiteY13" fmla="*/ 391886 h 609600"/>
              <a:gd name="connsiteX14" fmla="*/ 2220686 w 2467429"/>
              <a:gd name="connsiteY14" fmla="*/ 609600 h 609600"/>
              <a:gd name="connsiteX0" fmla="*/ 0 w 2504898"/>
              <a:gd name="connsiteY0" fmla="*/ 0 h 1318293"/>
              <a:gd name="connsiteX1" fmla="*/ 124555 w 2504898"/>
              <a:gd name="connsiteY1" fmla="*/ 723207 h 1318293"/>
              <a:gd name="connsiteX2" fmla="*/ 429355 w 2504898"/>
              <a:gd name="connsiteY2" fmla="*/ 839322 h 1318293"/>
              <a:gd name="connsiteX3" fmla="*/ 734155 w 2504898"/>
              <a:gd name="connsiteY3" fmla="*/ 868350 h 1318293"/>
              <a:gd name="connsiteX4" fmla="*/ 1155069 w 2504898"/>
              <a:gd name="connsiteY4" fmla="*/ 998979 h 1318293"/>
              <a:gd name="connsiteX5" fmla="*/ 1314726 w 2504898"/>
              <a:gd name="connsiteY5" fmla="*/ 1057036 h 1318293"/>
              <a:gd name="connsiteX6" fmla="*/ 1517926 w 2504898"/>
              <a:gd name="connsiteY6" fmla="*/ 1086065 h 1318293"/>
              <a:gd name="connsiteX7" fmla="*/ 2388784 w 2504898"/>
              <a:gd name="connsiteY7" fmla="*/ 1013493 h 1318293"/>
              <a:gd name="connsiteX8" fmla="*/ 2432326 w 2504898"/>
              <a:gd name="connsiteY8" fmla="*/ 998979 h 1318293"/>
              <a:gd name="connsiteX9" fmla="*/ 2229126 w 2504898"/>
              <a:gd name="connsiteY9" fmla="*/ 766750 h 1318293"/>
              <a:gd name="connsiteX10" fmla="*/ 2171069 w 2504898"/>
              <a:gd name="connsiteY10" fmla="*/ 723207 h 1318293"/>
              <a:gd name="connsiteX11" fmla="*/ 2403298 w 2504898"/>
              <a:gd name="connsiteY11" fmla="*/ 911893 h 1318293"/>
              <a:gd name="connsiteX12" fmla="*/ 2504898 w 2504898"/>
              <a:gd name="connsiteY12" fmla="*/ 1013493 h 1318293"/>
              <a:gd name="connsiteX13" fmla="*/ 2417812 w 2504898"/>
              <a:gd name="connsiteY13" fmla="*/ 1100579 h 1318293"/>
              <a:gd name="connsiteX14" fmla="*/ 2258155 w 2504898"/>
              <a:gd name="connsiteY14" fmla="*/ 1318293 h 1318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4898" h="1318293">
                <a:moveTo>
                  <a:pt x="0" y="0"/>
                </a:moveTo>
                <a:cubicBezTo>
                  <a:pt x="29029" y="4838"/>
                  <a:pt x="52996" y="583320"/>
                  <a:pt x="124555" y="723207"/>
                </a:cubicBezTo>
                <a:cubicBezTo>
                  <a:pt x="196114" y="863094"/>
                  <a:pt x="323589" y="814140"/>
                  <a:pt x="429355" y="839322"/>
                </a:cubicBezTo>
                <a:cubicBezTo>
                  <a:pt x="528639" y="862961"/>
                  <a:pt x="632555" y="858674"/>
                  <a:pt x="734155" y="868350"/>
                </a:cubicBezTo>
                <a:lnTo>
                  <a:pt x="1155069" y="998979"/>
                </a:lnTo>
                <a:cubicBezTo>
                  <a:pt x="1208925" y="1016482"/>
                  <a:pt x="1259661" y="1043820"/>
                  <a:pt x="1314726" y="1057036"/>
                </a:cubicBezTo>
                <a:cubicBezTo>
                  <a:pt x="1381258" y="1073004"/>
                  <a:pt x="1450193" y="1076389"/>
                  <a:pt x="1517926" y="1086065"/>
                </a:cubicBezTo>
                <a:cubicBezTo>
                  <a:pt x="2071787" y="1054111"/>
                  <a:pt x="2066303" y="1101443"/>
                  <a:pt x="2388784" y="1013493"/>
                </a:cubicBezTo>
                <a:cubicBezTo>
                  <a:pt x="2403544" y="1009468"/>
                  <a:pt x="2417812" y="1003817"/>
                  <a:pt x="2432326" y="998979"/>
                </a:cubicBezTo>
                <a:cubicBezTo>
                  <a:pt x="2364593" y="921569"/>
                  <a:pt x="2299867" y="841421"/>
                  <a:pt x="2229126" y="766750"/>
                </a:cubicBezTo>
                <a:cubicBezTo>
                  <a:pt x="2212489" y="749189"/>
                  <a:pt x="2153964" y="706102"/>
                  <a:pt x="2171069" y="723207"/>
                </a:cubicBezTo>
                <a:cubicBezTo>
                  <a:pt x="2415597" y="967735"/>
                  <a:pt x="2195145" y="733477"/>
                  <a:pt x="2403298" y="911893"/>
                </a:cubicBezTo>
                <a:cubicBezTo>
                  <a:pt x="2439662" y="943062"/>
                  <a:pt x="2504898" y="1013493"/>
                  <a:pt x="2504898" y="1013493"/>
                </a:cubicBezTo>
                <a:cubicBezTo>
                  <a:pt x="2475869" y="1042522"/>
                  <a:pt x="2444256" y="1069177"/>
                  <a:pt x="2417812" y="1100579"/>
                </a:cubicBezTo>
                <a:cubicBezTo>
                  <a:pt x="2287083" y="1255820"/>
                  <a:pt x="2305291" y="1224020"/>
                  <a:pt x="2258155" y="1318293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EB757C9-46AA-74B2-0F09-4C3B867D56F6}"/>
              </a:ext>
            </a:extLst>
          </p:cNvPr>
          <p:cNvSpPr txBox="1"/>
          <p:nvPr/>
        </p:nvSpPr>
        <p:spPr>
          <a:xfrm>
            <a:off x="5142255" y="2347107"/>
            <a:ext cx="4146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19 </a:t>
            </a:r>
            <a:r>
              <a:rPr lang="en-US" sz="4800" b="1" dirty="0">
                <a:solidFill>
                  <a:srgbClr val="00E2E2"/>
                </a:solidFill>
              </a:rPr>
              <a:t>%</a:t>
            </a:r>
            <a:r>
              <a:rPr lang="en-US" sz="4800" dirty="0"/>
              <a:t> 5 is 4</a:t>
            </a:r>
          </a:p>
          <a:p>
            <a:r>
              <a:rPr lang="en-US" sz="4800" dirty="0"/>
              <a:t>  8 </a:t>
            </a:r>
            <a:r>
              <a:rPr lang="en-US" sz="4800" b="1" dirty="0">
                <a:solidFill>
                  <a:srgbClr val="00E2E2"/>
                </a:solidFill>
              </a:rPr>
              <a:t>%</a:t>
            </a:r>
            <a:r>
              <a:rPr lang="en-US" sz="4800" dirty="0"/>
              <a:t> 2 is 0</a:t>
            </a:r>
          </a:p>
          <a:p>
            <a:r>
              <a:rPr lang="en-US" sz="4800" dirty="0"/>
              <a:t>  9 </a:t>
            </a:r>
            <a:r>
              <a:rPr lang="en-US" sz="4800" b="1" dirty="0">
                <a:solidFill>
                  <a:srgbClr val="00E2E2"/>
                </a:solidFill>
              </a:rPr>
              <a:t>% </a:t>
            </a:r>
            <a:r>
              <a:rPr lang="en-US" sz="4800" dirty="0"/>
              <a:t>2 is 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D04CB58-5712-D17F-5E19-5032951E99AA}"/>
              </a:ext>
            </a:extLst>
          </p:cNvPr>
          <p:cNvSpPr txBox="1"/>
          <p:nvPr/>
        </p:nvSpPr>
        <p:spPr>
          <a:xfrm>
            <a:off x="4747968" y="5236539"/>
            <a:ext cx="7095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This is the </a:t>
            </a:r>
            <a:r>
              <a:rPr lang="en-US" sz="4800" i="1" dirty="0">
                <a:solidFill>
                  <a:srgbClr val="00E2E2"/>
                </a:solidFill>
              </a:rPr>
              <a:t>modulo</a:t>
            </a:r>
            <a:r>
              <a:rPr lang="en-US" sz="4800" dirty="0"/>
              <a:t> operator</a:t>
            </a:r>
          </a:p>
        </p:txBody>
      </p:sp>
    </p:spTree>
    <p:extLst>
      <p:ext uri="{BB962C8B-B14F-4D97-AF65-F5344CB8AC3E}">
        <p14:creationId xmlns:p14="http://schemas.microsoft.com/office/powerpoint/2010/main" val="314406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4E420480-BB4B-8D67-406E-978120464A83}"/>
              </a:ext>
            </a:extLst>
          </p:cNvPr>
          <p:cNvSpPr/>
          <p:nvPr/>
        </p:nvSpPr>
        <p:spPr>
          <a:xfrm>
            <a:off x="406400" y="1035147"/>
            <a:ext cx="2699657" cy="5031824"/>
          </a:xfrm>
          <a:prstGeom prst="ellipse">
            <a:avLst/>
          </a:prstGeom>
          <a:solidFill>
            <a:srgbClr val="00E2E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E5ACA81-2F03-AD99-1B2B-3728850F3E7E}"/>
              </a:ext>
            </a:extLst>
          </p:cNvPr>
          <p:cNvSpPr txBox="1"/>
          <p:nvPr/>
        </p:nvSpPr>
        <p:spPr>
          <a:xfrm>
            <a:off x="35013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E2E2"/>
                </a:solidFill>
                <a:highlight>
                  <a:srgbClr val="000000"/>
                </a:highlight>
              </a:rPr>
              <a:t>Comparison</a:t>
            </a:r>
            <a:r>
              <a:rPr lang="en-US" sz="2000" dirty="0"/>
              <a:t> operators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5C14B9-30AC-AD01-3B2B-2275358E85A2}"/>
              </a:ext>
            </a:extLst>
          </p:cNvPr>
          <p:cNvSpPr txBox="1"/>
          <p:nvPr/>
        </p:nvSpPr>
        <p:spPr>
          <a:xfrm>
            <a:off x="1109865" y="1941995"/>
            <a:ext cx="246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==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31C9FA5-B07E-2471-DC80-DE6D0936A6DE}"/>
              </a:ext>
            </a:extLst>
          </p:cNvPr>
          <p:cNvSpPr txBox="1"/>
          <p:nvPr/>
        </p:nvSpPr>
        <p:spPr>
          <a:xfrm>
            <a:off x="1519373" y="4201242"/>
            <a:ext cx="1339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!=</a:t>
            </a:r>
          </a:p>
        </p:txBody>
      </p:sp>
    </p:spTree>
    <p:extLst>
      <p:ext uri="{BB962C8B-B14F-4D97-AF65-F5344CB8AC3E}">
        <p14:creationId xmlns:p14="http://schemas.microsoft.com/office/powerpoint/2010/main" val="100073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5810-DA1E-5FB5-4CD7-433C6EDA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1AB9CC25-2224-78C1-4CEC-054E9598EC70}"/>
              </a:ext>
            </a:extLst>
          </p:cNvPr>
          <p:cNvSpPr/>
          <p:nvPr/>
        </p:nvSpPr>
        <p:spPr>
          <a:xfrm>
            <a:off x="406400" y="1035147"/>
            <a:ext cx="2699657" cy="5031824"/>
          </a:xfrm>
          <a:prstGeom prst="ellipse">
            <a:avLst/>
          </a:prstGeom>
          <a:solidFill>
            <a:srgbClr val="00E2E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53579A-0940-6884-79EB-036A812E735F}"/>
              </a:ext>
            </a:extLst>
          </p:cNvPr>
          <p:cNvSpPr txBox="1"/>
          <p:nvPr/>
        </p:nvSpPr>
        <p:spPr>
          <a:xfrm>
            <a:off x="35013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E2E2"/>
                </a:solidFill>
                <a:highlight>
                  <a:srgbClr val="000000"/>
                </a:highlight>
              </a:rPr>
              <a:t>Comparison</a:t>
            </a:r>
            <a:r>
              <a:rPr lang="en-US" sz="2000" dirty="0"/>
              <a:t> operators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93F56C-49EC-2B45-9875-6CEE4D834B71}"/>
              </a:ext>
            </a:extLst>
          </p:cNvPr>
          <p:cNvSpPr txBox="1"/>
          <p:nvPr/>
        </p:nvSpPr>
        <p:spPr>
          <a:xfrm>
            <a:off x="1109865" y="1941995"/>
            <a:ext cx="246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==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B686BD-79CC-529B-A7A5-555B1D3FE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304" y="1627285"/>
            <a:ext cx="3801675" cy="384754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D355C8F-14F0-A281-BAE2-7C8139F8CF3B}"/>
              </a:ext>
            </a:extLst>
          </p:cNvPr>
          <p:cNvSpPr txBox="1"/>
          <p:nvPr/>
        </p:nvSpPr>
        <p:spPr>
          <a:xfrm>
            <a:off x="1519373" y="4201242"/>
            <a:ext cx="1339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!=</a:t>
            </a:r>
          </a:p>
        </p:txBody>
      </p:sp>
    </p:spTree>
    <p:extLst>
      <p:ext uri="{BB962C8B-B14F-4D97-AF65-F5344CB8AC3E}">
        <p14:creationId xmlns:p14="http://schemas.microsoft.com/office/powerpoint/2010/main" val="4073861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2D7B-FED5-D846-A7D1-8EE9137A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C6A04FE4-D36C-037D-FDE4-625C62CC35CF}"/>
              </a:ext>
            </a:extLst>
          </p:cNvPr>
          <p:cNvSpPr/>
          <p:nvPr/>
        </p:nvSpPr>
        <p:spPr>
          <a:xfrm>
            <a:off x="406400" y="1035147"/>
            <a:ext cx="2699657" cy="5031824"/>
          </a:xfrm>
          <a:prstGeom prst="ellipse">
            <a:avLst/>
          </a:prstGeom>
          <a:solidFill>
            <a:srgbClr val="00E2E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F171A0-8902-D5D1-4999-A271800AC4E1}"/>
              </a:ext>
            </a:extLst>
          </p:cNvPr>
          <p:cNvSpPr txBox="1"/>
          <p:nvPr/>
        </p:nvSpPr>
        <p:spPr>
          <a:xfrm>
            <a:off x="35013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E2E2"/>
                </a:solidFill>
                <a:highlight>
                  <a:srgbClr val="000000"/>
                </a:highlight>
              </a:rPr>
              <a:t>Comparison</a:t>
            </a:r>
            <a:r>
              <a:rPr lang="en-US" sz="2000" dirty="0"/>
              <a:t> operators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AF9928D-5493-6238-70C2-7E438F65D376}"/>
              </a:ext>
            </a:extLst>
          </p:cNvPr>
          <p:cNvSpPr txBox="1"/>
          <p:nvPr/>
        </p:nvSpPr>
        <p:spPr>
          <a:xfrm>
            <a:off x="1109865" y="1941995"/>
            <a:ext cx="246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==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B949A8-21B3-5D32-0B16-4D0CAE365D18}"/>
              </a:ext>
            </a:extLst>
          </p:cNvPr>
          <p:cNvSpPr txBox="1"/>
          <p:nvPr/>
        </p:nvSpPr>
        <p:spPr>
          <a:xfrm>
            <a:off x="1519373" y="4201242"/>
            <a:ext cx="1339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!=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53C80A-62FB-0317-163E-4072F017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304" y="1627285"/>
            <a:ext cx="3801675" cy="384754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BB000FE-8803-03BC-5457-6524637936A0}"/>
              </a:ext>
            </a:extLst>
          </p:cNvPr>
          <p:cNvSpPr txBox="1"/>
          <p:nvPr/>
        </p:nvSpPr>
        <p:spPr>
          <a:xfrm>
            <a:off x="5855808" y="1859340"/>
            <a:ext cx="4146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5 </a:t>
            </a:r>
            <a:r>
              <a:rPr lang="en-US" sz="4800" b="1" dirty="0">
                <a:ln w="12700">
                  <a:solidFill>
                    <a:schemeClr val="bg1"/>
                  </a:solidFill>
                </a:ln>
                <a:solidFill>
                  <a:srgbClr val="00E2E2"/>
                </a:solidFill>
              </a:rPr>
              <a:t>!=</a:t>
            </a:r>
            <a:r>
              <a:rPr lang="en-US" sz="4800" dirty="0"/>
              <a:t> 5 is </a:t>
            </a:r>
            <a:r>
              <a:rPr lang="en-US" sz="4800" dirty="0">
                <a:solidFill>
                  <a:srgbClr val="F5B9FF"/>
                </a:solidFill>
              </a:rPr>
              <a:t>True</a:t>
            </a:r>
          </a:p>
          <a:p>
            <a:r>
              <a:rPr lang="en-US" sz="4800" dirty="0"/>
              <a:t>4 </a:t>
            </a:r>
            <a:r>
              <a:rPr lang="en-US" sz="4800" b="1" dirty="0">
                <a:ln w="12700">
                  <a:solidFill>
                    <a:schemeClr val="bg1"/>
                  </a:solidFill>
                </a:ln>
                <a:solidFill>
                  <a:srgbClr val="00E2E2"/>
                </a:solidFill>
              </a:rPr>
              <a:t>!=</a:t>
            </a:r>
            <a:r>
              <a:rPr lang="en-US" sz="4800" dirty="0"/>
              <a:t> 5 is </a:t>
            </a:r>
            <a:r>
              <a:rPr lang="en-US" sz="4800" dirty="0">
                <a:solidFill>
                  <a:srgbClr val="F5B9FF"/>
                </a:solidFill>
              </a:rPr>
              <a:t>False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C9AFB5C-A400-75CF-C002-BD969971E3D8}"/>
              </a:ext>
            </a:extLst>
          </p:cNvPr>
          <p:cNvSpPr txBox="1"/>
          <p:nvPr/>
        </p:nvSpPr>
        <p:spPr>
          <a:xfrm>
            <a:off x="5855808" y="4201242"/>
            <a:ext cx="4146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5 </a:t>
            </a:r>
            <a:r>
              <a:rPr lang="en-US" sz="4800" b="1" dirty="0">
                <a:ln w="12700">
                  <a:solidFill>
                    <a:schemeClr val="bg1"/>
                  </a:solidFill>
                </a:ln>
                <a:solidFill>
                  <a:srgbClr val="00E2E2"/>
                </a:solidFill>
              </a:rPr>
              <a:t>!=</a:t>
            </a:r>
            <a:r>
              <a:rPr lang="en-US" sz="4800" dirty="0"/>
              <a:t> 5 is </a:t>
            </a:r>
            <a:r>
              <a:rPr lang="en-US" sz="4800" dirty="0">
                <a:solidFill>
                  <a:srgbClr val="F5B9FF"/>
                </a:solidFill>
              </a:rPr>
              <a:t>False</a:t>
            </a:r>
          </a:p>
          <a:p>
            <a:r>
              <a:rPr lang="en-US" sz="4800" dirty="0"/>
              <a:t>4 </a:t>
            </a:r>
            <a:r>
              <a:rPr lang="en-US" sz="4800" b="1" dirty="0">
                <a:ln w="12700">
                  <a:solidFill>
                    <a:schemeClr val="bg1"/>
                  </a:solidFill>
                </a:ln>
                <a:solidFill>
                  <a:srgbClr val="00E2E2"/>
                </a:solidFill>
              </a:rPr>
              <a:t>!=</a:t>
            </a:r>
            <a:r>
              <a:rPr lang="en-US" sz="4800" dirty="0"/>
              <a:t> 5 is </a:t>
            </a:r>
            <a:r>
              <a:rPr lang="en-US" sz="4800" dirty="0">
                <a:solidFill>
                  <a:srgbClr val="F5B9FF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35765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35376A5-9DCF-97FE-3A00-0CA5688EE703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74AFCF4-A804-BC45-FDDC-E9A6D1873C9D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7FFC4E72-6868-8AA7-EB8B-0D9F1BC66DCD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4F0F449-491C-2856-CB5C-B35DA5CDD49B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</p:spTree>
    <p:extLst>
      <p:ext uri="{BB962C8B-B14F-4D97-AF65-F5344CB8AC3E}">
        <p14:creationId xmlns:p14="http://schemas.microsoft.com/office/powerpoint/2010/main" val="1452868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0A98-7BE3-7A05-868F-5ED7A17C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B0F5698-8D9F-A2EF-9C8B-1889363F08E6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5FDD1C97-1873-0955-D80A-90370817E042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3380D59-0A63-51B6-B692-F0DDAA4CB236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676B30-AD26-FABF-E5DC-053E898ADBD6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1293FD4-F176-3F55-884A-6A3996A997B1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78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627E-9606-394B-7116-7C1A20B2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F3C5F6C6-2D71-78C2-8736-C44D275C434A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AA40915-12A4-ADE6-3892-B5A0AB01DBD1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D0DB4D0-599B-C78A-BFD6-74F8E79081DB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FBD295-A026-6916-32C5-1C313F4445D4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D0916FC-5FE3-556D-BCB3-9A1BA8EA7E47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EA5975-72AD-C3F3-80BD-AD2C6C2E51C8}"/>
              </a:ext>
            </a:extLst>
          </p:cNvPr>
          <p:cNvSpPr txBox="1"/>
          <p:nvPr/>
        </p:nvSpPr>
        <p:spPr>
          <a:xfrm>
            <a:off x="1313542" y="3275765"/>
            <a:ext cx="956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use this operator to </a:t>
            </a:r>
            <a:r>
              <a:rPr lang="en-US" sz="2400" dirty="0">
                <a:solidFill>
                  <a:schemeClr val="bg1"/>
                </a:solidFill>
              </a:rPr>
              <a:t>initialize variables</a:t>
            </a:r>
            <a:r>
              <a:rPr lang="en-US" sz="2400" dirty="0"/>
              <a:t>… we might see this next class :3</a:t>
            </a:r>
          </a:p>
        </p:txBody>
      </p:sp>
    </p:spTree>
    <p:extLst>
      <p:ext uri="{BB962C8B-B14F-4D97-AF65-F5344CB8AC3E}">
        <p14:creationId xmlns:p14="http://schemas.microsoft.com/office/powerpoint/2010/main" val="2524604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8800-A3EB-8C28-010C-0F7FBFFA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28F17363-7290-DCFF-64E1-11BBA1AF5915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05A82619-3500-1A49-B99D-83190E9FE84B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023EFE8C-721B-6FD1-FA22-9347FBC9BEEA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92E9CC0-CB4C-C67A-9040-044189E074BB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D85A350-0343-A975-05C8-506C05908DFB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16E312-DF8A-75E3-D175-FFC1D6A44442}"/>
              </a:ext>
            </a:extLst>
          </p:cNvPr>
          <p:cNvSpPr txBox="1"/>
          <p:nvPr/>
        </p:nvSpPr>
        <p:spPr>
          <a:xfrm>
            <a:off x="1313542" y="3275765"/>
            <a:ext cx="956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use this operator to </a:t>
            </a:r>
            <a:r>
              <a:rPr lang="en-US" sz="2400" dirty="0">
                <a:solidFill>
                  <a:schemeClr val="bg1"/>
                </a:solidFill>
              </a:rPr>
              <a:t>initialize variables</a:t>
            </a:r>
            <a:r>
              <a:rPr lang="en-US" sz="2400" dirty="0"/>
              <a:t>… we might see this next class :3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A819E9-38D3-ACC8-5672-441078CC1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15" y="4198735"/>
            <a:ext cx="5355428" cy="5967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7E35E4-7F4A-FE5B-49F1-9192C8961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576" y="4198735"/>
            <a:ext cx="3447877" cy="596748"/>
          </a:xfrm>
          <a:prstGeom prst="rect">
            <a:avLst/>
          </a:prstGeom>
        </p:spPr>
      </p:pic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9948F22-433E-95C3-2592-E181A5DA44A3}"/>
              </a:ext>
            </a:extLst>
          </p:cNvPr>
          <p:cNvSpPr/>
          <p:nvPr/>
        </p:nvSpPr>
        <p:spPr>
          <a:xfrm>
            <a:off x="6183086" y="4218352"/>
            <a:ext cx="1484576" cy="513305"/>
          </a:xfrm>
          <a:custGeom>
            <a:avLst/>
            <a:gdLst>
              <a:gd name="connsiteX0" fmla="*/ 0 w 1484576"/>
              <a:gd name="connsiteY0" fmla="*/ 223019 h 513305"/>
              <a:gd name="connsiteX1" fmla="*/ 1117600 w 1484576"/>
              <a:gd name="connsiteY1" fmla="*/ 237534 h 513305"/>
              <a:gd name="connsiteX2" fmla="*/ 1364343 w 1484576"/>
              <a:gd name="connsiteY2" fmla="*/ 266562 h 513305"/>
              <a:gd name="connsiteX3" fmla="*/ 1407885 w 1484576"/>
              <a:gd name="connsiteY3" fmla="*/ 223019 h 513305"/>
              <a:gd name="connsiteX4" fmla="*/ 1219200 w 1484576"/>
              <a:gd name="connsiteY4" fmla="*/ 92391 h 513305"/>
              <a:gd name="connsiteX5" fmla="*/ 1364343 w 1484576"/>
              <a:gd name="connsiteY5" fmla="*/ 193991 h 513305"/>
              <a:gd name="connsiteX6" fmla="*/ 1465943 w 1484576"/>
              <a:gd name="connsiteY6" fmla="*/ 252048 h 513305"/>
              <a:gd name="connsiteX7" fmla="*/ 1480457 w 1484576"/>
              <a:gd name="connsiteY7" fmla="*/ 295591 h 513305"/>
              <a:gd name="connsiteX8" fmla="*/ 1335314 w 1484576"/>
              <a:gd name="connsiteY8" fmla="*/ 324619 h 513305"/>
              <a:gd name="connsiteX9" fmla="*/ 1277257 w 1484576"/>
              <a:gd name="connsiteY9" fmla="*/ 339134 h 513305"/>
              <a:gd name="connsiteX10" fmla="*/ 1132114 w 1484576"/>
              <a:gd name="connsiteY10" fmla="*/ 469762 h 513305"/>
              <a:gd name="connsiteX11" fmla="*/ 1103085 w 1484576"/>
              <a:gd name="connsiteY11" fmla="*/ 513305 h 513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4576" h="513305">
                <a:moveTo>
                  <a:pt x="0" y="223019"/>
                </a:moveTo>
                <a:lnTo>
                  <a:pt x="1117600" y="237534"/>
                </a:lnTo>
                <a:cubicBezTo>
                  <a:pt x="1181665" y="239007"/>
                  <a:pt x="1295607" y="256743"/>
                  <a:pt x="1364343" y="266562"/>
                </a:cubicBezTo>
                <a:cubicBezTo>
                  <a:pt x="1378857" y="252048"/>
                  <a:pt x="1421026" y="238788"/>
                  <a:pt x="1407885" y="223019"/>
                </a:cubicBezTo>
                <a:cubicBezTo>
                  <a:pt x="1358913" y="164253"/>
                  <a:pt x="1277281" y="142174"/>
                  <a:pt x="1219200" y="92391"/>
                </a:cubicBezTo>
                <a:cubicBezTo>
                  <a:pt x="1035412" y="-65142"/>
                  <a:pt x="1090465" y="-14679"/>
                  <a:pt x="1364343" y="193991"/>
                </a:cubicBezTo>
                <a:cubicBezTo>
                  <a:pt x="1432687" y="246063"/>
                  <a:pt x="1400686" y="230296"/>
                  <a:pt x="1465943" y="252048"/>
                </a:cubicBezTo>
                <a:cubicBezTo>
                  <a:pt x="1470781" y="266562"/>
                  <a:pt x="1493831" y="288161"/>
                  <a:pt x="1480457" y="295591"/>
                </a:cubicBezTo>
                <a:cubicBezTo>
                  <a:pt x="1437327" y="319552"/>
                  <a:pt x="1383558" y="314281"/>
                  <a:pt x="1335314" y="324619"/>
                </a:cubicBezTo>
                <a:cubicBezTo>
                  <a:pt x="1315809" y="328799"/>
                  <a:pt x="1296609" y="334296"/>
                  <a:pt x="1277257" y="339134"/>
                </a:cubicBezTo>
                <a:cubicBezTo>
                  <a:pt x="1213617" y="390046"/>
                  <a:pt x="1187227" y="406776"/>
                  <a:pt x="1132114" y="469762"/>
                </a:cubicBezTo>
                <a:cubicBezTo>
                  <a:pt x="1120627" y="482890"/>
                  <a:pt x="1112761" y="498791"/>
                  <a:pt x="1103085" y="513305"/>
                </a:cubicBezTo>
              </a:path>
            </a:pathLst>
          </a:custGeom>
          <a:noFill/>
          <a:ln w="57150">
            <a:solidFill>
              <a:srgbClr val="F5B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76400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C54F6-8322-4D56-CD07-58AAA024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2B82FC7A-8AAC-33FF-DF6E-226CE5CCE7C0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398874E-9C94-64C4-0AB5-D60D75E8B475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D84C168-E31A-FD44-E91D-D48B11E8E20F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C0DCF9-941C-8C8A-7324-401A2E932F55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D4D97CC5-7EA8-190E-4A91-BDD79114C93C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FAD835-5888-2922-9A07-4EEFFF9503BD}"/>
              </a:ext>
            </a:extLst>
          </p:cNvPr>
          <p:cNvSpPr txBox="1"/>
          <p:nvPr/>
        </p:nvSpPr>
        <p:spPr>
          <a:xfrm>
            <a:off x="1313542" y="3275765"/>
            <a:ext cx="956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use this operator to </a:t>
            </a:r>
            <a:r>
              <a:rPr lang="en-US" sz="2400" dirty="0">
                <a:solidFill>
                  <a:schemeClr val="bg1"/>
                </a:solidFill>
              </a:rPr>
              <a:t>initialize variables</a:t>
            </a:r>
            <a:r>
              <a:rPr lang="en-US" sz="2400" dirty="0"/>
              <a:t>… we might see this next class :3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D3A29D-DAF6-ECA9-2861-842E1B34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15" y="4198735"/>
            <a:ext cx="5355428" cy="5967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9C13E2-5B97-8656-4F41-15FD613DA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576" y="4198735"/>
            <a:ext cx="3447877" cy="596748"/>
          </a:xfrm>
          <a:prstGeom prst="rect">
            <a:avLst/>
          </a:prstGeom>
        </p:spPr>
      </p:pic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51293091-98B0-4B92-D9C6-3EEC07096927}"/>
              </a:ext>
            </a:extLst>
          </p:cNvPr>
          <p:cNvSpPr/>
          <p:nvPr/>
        </p:nvSpPr>
        <p:spPr>
          <a:xfrm>
            <a:off x="6183086" y="4218352"/>
            <a:ext cx="1484576" cy="513305"/>
          </a:xfrm>
          <a:custGeom>
            <a:avLst/>
            <a:gdLst>
              <a:gd name="connsiteX0" fmla="*/ 0 w 1484576"/>
              <a:gd name="connsiteY0" fmla="*/ 223019 h 513305"/>
              <a:gd name="connsiteX1" fmla="*/ 1117600 w 1484576"/>
              <a:gd name="connsiteY1" fmla="*/ 237534 h 513305"/>
              <a:gd name="connsiteX2" fmla="*/ 1364343 w 1484576"/>
              <a:gd name="connsiteY2" fmla="*/ 266562 h 513305"/>
              <a:gd name="connsiteX3" fmla="*/ 1407885 w 1484576"/>
              <a:gd name="connsiteY3" fmla="*/ 223019 h 513305"/>
              <a:gd name="connsiteX4" fmla="*/ 1219200 w 1484576"/>
              <a:gd name="connsiteY4" fmla="*/ 92391 h 513305"/>
              <a:gd name="connsiteX5" fmla="*/ 1364343 w 1484576"/>
              <a:gd name="connsiteY5" fmla="*/ 193991 h 513305"/>
              <a:gd name="connsiteX6" fmla="*/ 1465943 w 1484576"/>
              <a:gd name="connsiteY6" fmla="*/ 252048 h 513305"/>
              <a:gd name="connsiteX7" fmla="*/ 1480457 w 1484576"/>
              <a:gd name="connsiteY7" fmla="*/ 295591 h 513305"/>
              <a:gd name="connsiteX8" fmla="*/ 1335314 w 1484576"/>
              <a:gd name="connsiteY8" fmla="*/ 324619 h 513305"/>
              <a:gd name="connsiteX9" fmla="*/ 1277257 w 1484576"/>
              <a:gd name="connsiteY9" fmla="*/ 339134 h 513305"/>
              <a:gd name="connsiteX10" fmla="*/ 1132114 w 1484576"/>
              <a:gd name="connsiteY10" fmla="*/ 469762 h 513305"/>
              <a:gd name="connsiteX11" fmla="*/ 1103085 w 1484576"/>
              <a:gd name="connsiteY11" fmla="*/ 513305 h 513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4576" h="513305">
                <a:moveTo>
                  <a:pt x="0" y="223019"/>
                </a:moveTo>
                <a:lnTo>
                  <a:pt x="1117600" y="237534"/>
                </a:lnTo>
                <a:cubicBezTo>
                  <a:pt x="1181665" y="239007"/>
                  <a:pt x="1295607" y="256743"/>
                  <a:pt x="1364343" y="266562"/>
                </a:cubicBezTo>
                <a:cubicBezTo>
                  <a:pt x="1378857" y="252048"/>
                  <a:pt x="1421026" y="238788"/>
                  <a:pt x="1407885" y="223019"/>
                </a:cubicBezTo>
                <a:cubicBezTo>
                  <a:pt x="1358913" y="164253"/>
                  <a:pt x="1277281" y="142174"/>
                  <a:pt x="1219200" y="92391"/>
                </a:cubicBezTo>
                <a:cubicBezTo>
                  <a:pt x="1035412" y="-65142"/>
                  <a:pt x="1090465" y="-14679"/>
                  <a:pt x="1364343" y="193991"/>
                </a:cubicBezTo>
                <a:cubicBezTo>
                  <a:pt x="1432687" y="246063"/>
                  <a:pt x="1400686" y="230296"/>
                  <a:pt x="1465943" y="252048"/>
                </a:cubicBezTo>
                <a:cubicBezTo>
                  <a:pt x="1470781" y="266562"/>
                  <a:pt x="1493831" y="288161"/>
                  <a:pt x="1480457" y="295591"/>
                </a:cubicBezTo>
                <a:cubicBezTo>
                  <a:pt x="1437327" y="319552"/>
                  <a:pt x="1383558" y="314281"/>
                  <a:pt x="1335314" y="324619"/>
                </a:cubicBezTo>
                <a:cubicBezTo>
                  <a:pt x="1315809" y="328799"/>
                  <a:pt x="1296609" y="334296"/>
                  <a:pt x="1277257" y="339134"/>
                </a:cubicBezTo>
                <a:cubicBezTo>
                  <a:pt x="1213617" y="390046"/>
                  <a:pt x="1187227" y="406776"/>
                  <a:pt x="1132114" y="469762"/>
                </a:cubicBezTo>
                <a:cubicBezTo>
                  <a:pt x="1120627" y="482890"/>
                  <a:pt x="1112761" y="498791"/>
                  <a:pt x="1103085" y="513305"/>
                </a:cubicBezTo>
              </a:path>
            </a:pathLst>
          </a:custGeom>
          <a:noFill/>
          <a:ln w="57150">
            <a:solidFill>
              <a:srgbClr val="F5B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C08AD0-51AA-D231-171B-575E6F8990FA}"/>
              </a:ext>
            </a:extLst>
          </p:cNvPr>
          <p:cNvSpPr txBox="1"/>
          <p:nvPr/>
        </p:nvSpPr>
        <p:spPr>
          <a:xfrm>
            <a:off x="500915" y="5138057"/>
            <a:ext cx="111395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Here, the variable is </a:t>
            </a:r>
            <a:r>
              <a:rPr lang="en-US" sz="32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My_Lucky_Number</a:t>
            </a:r>
            <a:r>
              <a:rPr lang="en-US" sz="3200" dirty="0"/>
              <a:t>, its value is </a:t>
            </a:r>
            <a:r>
              <a:rPr lang="en-US" sz="3200" dirty="0">
                <a:solidFill>
                  <a:srgbClr val="B5CEA8"/>
                </a:solidFill>
              </a:rPr>
              <a:t>727</a:t>
            </a:r>
            <a:r>
              <a:rPr lang="en-US" sz="3200" dirty="0"/>
              <a:t>, and its datatype is </a:t>
            </a:r>
            <a:r>
              <a:rPr lang="en-US" sz="3200" b="1" dirty="0">
                <a:solidFill>
                  <a:schemeClr val="tx1">
                    <a:lumMod val="75000"/>
                  </a:schemeClr>
                </a:solidFill>
              </a:rPr>
              <a:t>int </a:t>
            </a:r>
            <a:r>
              <a:rPr lang="en-US" sz="3200" dirty="0"/>
              <a:t>:3</a:t>
            </a:r>
            <a:endParaRPr lang="en-US" sz="32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238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951B-0CC4-1D4F-E04C-2F9AE5BB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2" y="2279873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Operations with </a:t>
            </a:r>
            <a:r>
              <a:rPr lang="en-US" sz="4400" dirty="0">
                <a:solidFill>
                  <a:srgbClr val="F5B9FF"/>
                </a:solidFill>
              </a:rPr>
              <a:t>strings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85F807-E634-3BA1-CCEF-DB00AB82B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2" y="3451139"/>
            <a:ext cx="9905999" cy="95817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Let’s learn operations that use </a:t>
            </a:r>
            <a:r>
              <a:rPr lang="en-US" dirty="0">
                <a:solidFill>
                  <a:srgbClr val="F5B9FF"/>
                </a:solidFill>
              </a:rPr>
              <a:t>strings</a:t>
            </a:r>
            <a:r>
              <a:rPr lang="en-US" dirty="0"/>
              <a:t>!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D19D0E0-676A-394B-F9C7-D3068317A449}"/>
              </a:ext>
            </a:extLst>
          </p:cNvPr>
          <p:cNvSpPr txBox="1"/>
          <p:nvPr/>
        </p:nvSpPr>
        <p:spPr>
          <a:xfrm rot="20343700">
            <a:off x="611453" y="5130736"/>
            <a:ext cx="3178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“Hello World”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AA45BD-6A5A-1B44-906F-153235F0291D}"/>
              </a:ext>
            </a:extLst>
          </p:cNvPr>
          <p:cNvSpPr txBox="1"/>
          <p:nvPr/>
        </p:nvSpPr>
        <p:spPr>
          <a:xfrm rot="1136967">
            <a:off x="8702796" y="5653053"/>
            <a:ext cx="3338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“This is an awesome string!”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E704D5-7E82-DBA9-593B-4D2CE6CDDD85}"/>
              </a:ext>
            </a:extLst>
          </p:cNvPr>
          <p:cNvSpPr txBox="1"/>
          <p:nvPr/>
        </p:nvSpPr>
        <p:spPr>
          <a:xfrm rot="20795284">
            <a:off x="8147138" y="819269"/>
            <a:ext cx="31489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C000"/>
                </a:solidFill>
              </a:rPr>
              <a:t>“This string is so tiny and cute! Don’t you agree? :3”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D87BBB-75F7-FB47-1477-4535803A1F56}"/>
              </a:ext>
            </a:extLst>
          </p:cNvPr>
          <p:cNvSpPr txBox="1"/>
          <p:nvPr/>
        </p:nvSpPr>
        <p:spPr>
          <a:xfrm rot="469114">
            <a:off x="123792" y="472415"/>
            <a:ext cx="5554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C000"/>
                </a:solidFill>
              </a:rPr>
              <a:t>“Good morning class!”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2744B98-5530-538B-6F61-911C600749B0}"/>
              </a:ext>
            </a:extLst>
          </p:cNvPr>
          <p:cNvSpPr txBox="1"/>
          <p:nvPr/>
        </p:nvSpPr>
        <p:spPr>
          <a:xfrm rot="265406">
            <a:off x="3870585" y="6225473"/>
            <a:ext cx="9019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“Argentina is the best country in the world!!!!”</a:t>
            </a:r>
          </a:p>
        </p:txBody>
      </p:sp>
    </p:spTree>
    <p:extLst>
      <p:ext uri="{BB962C8B-B14F-4D97-AF65-F5344CB8AC3E}">
        <p14:creationId xmlns:p14="http://schemas.microsoft.com/office/powerpoint/2010/main" val="355366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C4E9-DD03-1F9F-0E22-BFCADCB2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9EEFC89-709F-079F-A4F5-50191EA26B6C}"/>
              </a:ext>
            </a:extLst>
          </p:cNvPr>
          <p:cNvGrpSpPr/>
          <p:nvPr/>
        </p:nvGrpSpPr>
        <p:grpSpPr>
          <a:xfrm>
            <a:off x="268516" y="467299"/>
            <a:ext cx="2859314" cy="5923402"/>
            <a:chOff x="9006116" y="143569"/>
            <a:chExt cx="2859314" cy="5923402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C8CBC4ED-6C15-C4D9-CC30-06A41B3A390D}"/>
                </a:ext>
              </a:extLst>
            </p:cNvPr>
            <p:cNvGrpSpPr/>
            <p:nvPr/>
          </p:nvGrpSpPr>
          <p:grpSpPr>
            <a:xfrm>
              <a:off x="9085945" y="1035147"/>
              <a:ext cx="2699657" cy="5031824"/>
              <a:chOff x="8496977" y="1229623"/>
              <a:chExt cx="2699657" cy="5031824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C12AAB51-8FEE-A068-96FF-3465986328DC}"/>
                  </a:ext>
                </a:extLst>
              </p:cNvPr>
              <p:cNvSpPr/>
              <p:nvPr/>
            </p:nvSpPr>
            <p:spPr>
              <a:xfrm>
                <a:off x="8496977" y="1229623"/>
                <a:ext cx="2699657" cy="5031824"/>
              </a:xfrm>
              <a:prstGeom prst="ellipse">
                <a:avLst/>
              </a:prstGeom>
              <a:solidFill>
                <a:srgbClr val="F5B9FF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220F0576-3C61-C1D3-FB2A-A257F75BC7F7}"/>
                  </a:ext>
                </a:extLst>
              </p:cNvPr>
              <p:cNvGrpSpPr/>
              <p:nvPr/>
            </p:nvGrpSpPr>
            <p:grpSpPr>
              <a:xfrm>
                <a:off x="9275763" y="4109298"/>
                <a:ext cx="1767080" cy="1925413"/>
                <a:chOff x="9403460" y="3610882"/>
                <a:chExt cx="1767080" cy="1925413"/>
              </a:xfrm>
            </p:grpSpPr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9656D117-AC4D-F296-925F-C2783974FB51}"/>
                    </a:ext>
                  </a:extLst>
                </p:cNvPr>
                <p:cNvSpPr txBox="1"/>
                <p:nvPr/>
              </p:nvSpPr>
              <p:spPr>
                <a:xfrm>
                  <a:off x="9403460" y="4335966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rPr>
                    <a:t>+</a:t>
                  </a:r>
                </a:p>
              </p:txBody>
            </p: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11BAE76C-4D6C-8F29-4E25-3B04ECCC11E9}"/>
                    </a:ext>
                  </a:extLst>
                </p:cNvPr>
                <p:cNvSpPr txBox="1"/>
                <p:nvPr/>
              </p:nvSpPr>
              <p:spPr>
                <a:xfrm>
                  <a:off x="10161796" y="3610882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rPr>
                    <a:t>*</a:t>
                  </a:r>
                </a:p>
              </p:txBody>
            </p:sp>
          </p:grp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2985E041-720B-D55E-456B-581A9BC5F5C8}"/>
                </a:ext>
              </a:extLst>
            </p:cNvPr>
            <p:cNvSpPr txBox="1"/>
            <p:nvPr/>
          </p:nvSpPr>
          <p:spPr>
            <a:xfrm>
              <a:off x="9006116" y="143569"/>
              <a:ext cx="2859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5B9FF"/>
                  </a:solidFill>
                  <a:effectLst/>
                  <a:highlight>
                    <a:srgbClr val="000000"/>
                  </a:highlight>
                  <a:uLnTx/>
                  <a:uFillTx/>
                  <a:latin typeface="Tw Cen MT" panose="020B0602020104020603"/>
                  <a:ea typeface="+mn-ea"/>
                  <a:cs typeface="+mn-cs"/>
                </a:rPr>
                <a:t>Arithmetic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operators</a:t>
              </a:r>
            </a:p>
          </p:txBody>
        </p:sp>
      </p:grp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09310735-FDC4-48EF-2BC1-323C9825D51D}"/>
              </a:ext>
            </a:extLst>
          </p:cNvPr>
          <p:cNvSpPr/>
          <p:nvPr/>
        </p:nvSpPr>
        <p:spPr>
          <a:xfrm>
            <a:off x="2699657" y="681726"/>
            <a:ext cx="2598227" cy="392331"/>
          </a:xfrm>
          <a:custGeom>
            <a:avLst/>
            <a:gdLst>
              <a:gd name="connsiteX0" fmla="*/ 0 w 2598227"/>
              <a:gd name="connsiteY0" fmla="*/ 276217 h 392331"/>
              <a:gd name="connsiteX1" fmla="*/ 464457 w 2598227"/>
              <a:gd name="connsiteY1" fmla="*/ 305245 h 392331"/>
              <a:gd name="connsiteX2" fmla="*/ 1683657 w 2598227"/>
              <a:gd name="connsiteY2" fmla="*/ 261703 h 392331"/>
              <a:gd name="connsiteX3" fmla="*/ 1930400 w 2598227"/>
              <a:gd name="connsiteY3" fmla="*/ 232674 h 392331"/>
              <a:gd name="connsiteX4" fmla="*/ 2133600 w 2598227"/>
              <a:gd name="connsiteY4" fmla="*/ 189131 h 392331"/>
              <a:gd name="connsiteX5" fmla="*/ 2583543 w 2598227"/>
              <a:gd name="connsiteY5" fmla="*/ 145588 h 392331"/>
              <a:gd name="connsiteX6" fmla="*/ 2394857 w 2598227"/>
              <a:gd name="connsiteY6" fmla="*/ 58503 h 392331"/>
              <a:gd name="connsiteX7" fmla="*/ 2293257 w 2598227"/>
              <a:gd name="connsiteY7" fmla="*/ 445 h 392331"/>
              <a:gd name="connsiteX8" fmla="*/ 2540000 w 2598227"/>
              <a:gd name="connsiteY8" fmla="*/ 102045 h 392331"/>
              <a:gd name="connsiteX9" fmla="*/ 2554514 w 2598227"/>
              <a:gd name="connsiteY9" fmla="*/ 145588 h 392331"/>
              <a:gd name="connsiteX10" fmla="*/ 2598057 w 2598227"/>
              <a:gd name="connsiteY10" fmla="*/ 189131 h 392331"/>
              <a:gd name="connsiteX11" fmla="*/ 2540000 w 2598227"/>
              <a:gd name="connsiteY11" fmla="*/ 247188 h 392331"/>
              <a:gd name="connsiteX12" fmla="*/ 2467429 w 2598227"/>
              <a:gd name="connsiteY12" fmla="*/ 290731 h 392331"/>
              <a:gd name="connsiteX13" fmla="*/ 2394857 w 2598227"/>
              <a:gd name="connsiteY13" fmla="*/ 348788 h 392331"/>
              <a:gd name="connsiteX14" fmla="*/ 2322286 w 2598227"/>
              <a:gd name="connsiteY14" fmla="*/ 377817 h 392331"/>
              <a:gd name="connsiteX15" fmla="*/ 2278743 w 2598227"/>
              <a:gd name="connsiteY15" fmla="*/ 392331 h 39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227" h="392331">
                <a:moveTo>
                  <a:pt x="0" y="276217"/>
                </a:moveTo>
                <a:cubicBezTo>
                  <a:pt x="180900" y="312396"/>
                  <a:pt x="153106" y="310855"/>
                  <a:pt x="464457" y="305245"/>
                </a:cubicBezTo>
                <a:cubicBezTo>
                  <a:pt x="871050" y="297919"/>
                  <a:pt x="1277257" y="276217"/>
                  <a:pt x="1683657" y="261703"/>
                </a:cubicBezTo>
                <a:cubicBezTo>
                  <a:pt x="1765905" y="252027"/>
                  <a:pt x="1848642" y="245861"/>
                  <a:pt x="1930400" y="232674"/>
                </a:cubicBezTo>
                <a:cubicBezTo>
                  <a:pt x="1998787" y="221644"/>
                  <a:pt x="2065111" y="199508"/>
                  <a:pt x="2133600" y="189131"/>
                </a:cubicBezTo>
                <a:cubicBezTo>
                  <a:pt x="2240910" y="172872"/>
                  <a:pt x="2459956" y="155887"/>
                  <a:pt x="2583543" y="145588"/>
                </a:cubicBezTo>
                <a:cubicBezTo>
                  <a:pt x="2270811" y="-33115"/>
                  <a:pt x="2663732" y="182599"/>
                  <a:pt x="2394857" y="58503"/>
                </a:cubicBezTo>
                <a:cubicBezTo>
                  <a:pt x="2359441" y="42157"/>
                  <a:pt x="2254643" y="-5071"/>
                  <a:pt x="2293257" y="445"/>
                </a:cubicBezTo>
                <a:cubicBezTo>
                  <a:pt x="2423032" y="18984"/>
                  <a:pt x="2458405" y="47649"/>
                  <a:pt x="2540000" y="102045"/>
                </a:cubicBezTo>
                <a:cubicBezTo>
                  <a:pt x="2544838" y="116559"/>
                  <a:pt x="2546027" y="132858"/>
                  <a:pt x="2554514" y="145588"/>
                </a:cubicBezTo>
                <a:cubicBezTo>
                  <a:pt x="2565900" y="162667"/>
                  <a:pt x="2600960" y="168811"/>
                  <a:pt x="2598057" y="189131"/>
                </a:cubicBezTo>
                <a:cubicBezTo>
                  <a:pt x="2594187" y="216224"/>
                  <a:pt x="2561603" y="230385"/>
                  <a:pt x="2540000" y="247188"/>
                </a:cubicBezTo>
                <a:cubicBezTo>
                  <a:pt x="2517732" y="264508"/>
                  <a:pt x="2490540" y="274553"/>
                  <a:pt x="2467429" y="290731"/>
                </a:cubicBezTo>
                <a:cubicBezTo>
                  <a:pt x="2442050" y="308496"/>
                  <a:pt x="2421421" y="332849"/>
                  <a:pt x="2394857" y="348788"/>
                </a:cubicBezTo>
                <a:cubicBezTo>
                  <a:pt x="2372516" y="362193"/>
                  <a:pt x="2346681" y="368669"/>
                  <a:pt x="2322286" y="377817"/>
                </a:cubicBezTo>
                <a:cubicBezTo>
                  <a:pt x="2307961" y="383189"/>
                  <a:pt x="2278743" y="392331"/>
                  <a:pt x="2278743" y="392331"/>
                </a:cubicBezTo>
              </a:path>
            </a:pathLst>
          </a:custGeom>
          <a:ln w="57150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A8F0ED8-BA4F-0DBE-512E-24557C63FFD5}"/>
              </a:ext>
            </a:extLst>
          </p:cNvPr>
          <p:cNvSpPr txBox="1"/>
          <p:nvPr/>
        </p:nvSpPr>
        <p:spPr>
          <a:xfrm>
            <a:off x="5558970" y="467299"/>
            <a:ext cx="663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 can do weird but useful things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strings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here!</a:t>
            </a:r>
          </a:p>
        </p:txBody>
      </p:sp>
    </p:spTree>
    <p:extLst>
      <p:ext uri="{BB962C8B-B14F-4D97-AF65-F5344CB8AC3E}">
        <p14:creationId xmlns:p14="http://schemas.microsoft.com/office/powerpoint/2010/main" val="2639174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27DF-6CFD-180C-0A3E-CCBD10139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8B6C8AD5-680E-FE5B-3D84-4D1B9E38D5B1}"/>
              </a:ext>
            </a:extLst>
          </p:cNvPr>
          <p:cNvGrpSpPr/>
          <p:nvPr/>
        </p:nvGrpSpPr>
        <p:grpSpPr>
          <a:xfrm>
            <a:off x="268516" y="467299"/>
            <a:ext cx="2859314" cy="5923402"/>
            <a:chOff x="9006116" y="143569"/>
            <a:chExt cx="2859314" cy="5923402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9C59D1A3-02A0-35A8-6AA4-1E63CB3972DA}"/>
                </a:ext>
              </a:extLst>
            </p:cNvPr>
            <p:cNvGrpSpPr/>
            <p:nvPr/>
          </p:nvGrpSpPr>
          <p:grpSpPr>
            <a:xfrm>
              <a:off x="9085945" y="1035147"/>
              <a:ext cx="2699657" cy="5031824"/>
              <a:chOff x="8496977" y="1229623"/>
              <a:chExt cx="2699657" cy="5031824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83878892-BFF0-B32C-199F-F2970F9D4C3B}"/>
                  </a:ext>
                </a:extLst>
              </p:cNvPr>
              <p:cNvSpPr/>
              <p:nvPr/>
            </p:nvSpPr>
            <p:spPr>
              <a:xfrm>
                <a:off x="8496977" y="1229623"/>
                <a:ext cx="2699657" cy="5031824"/>
              </a:xfrm>
              <a:prstGeom prst="ellipse">
                <a:avLst/>
              </a:prstGeom>
              <a:solidFill>
                <a:srgbClr val="F5B9FF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7E23127-D9A7-D61B-1B92-72D42B8B5B5D}"/>
                  </a:ext>
                </a:extLst>
              </p:cNvPr>
              <p:cNvGrpSpPr/>
              <p:nvPr/>
            </p:nvGrpSpPr>
            <p:grpSpPr>
              <a:xfrm>
                <a:off x="9275763" y="4109298"/>
                <a:ext cx="1767080" cy="1925413"/>
                <a:chOff x="9403460" y="3610882"/>
                <a:chExt cx="1767080" cy="1925413"/>
              </a:xfrm>
            </p:grpSpPr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C05D220-FF1B-6E69-F315-E045D89E1298}"/>
                    </a:ext>
                  </a:extLst>
                </p:cNvPr>
                <p:cNvSpPr txBox="1"/>
                <p:nvPr/>
              </p:nvSpPr>
              <p:spPr>
                <a:xfrm>
                  <a:off x="9403460" y="4335966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rPr>
                    <a:t>+</a:t>
                  </a:r>
                </a:p>
              </p:txBody>
            </p: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70CD75A2-1D38-F52E-81E8-392112640984}"/>
                    </a:ext>
                  </a:extLst>
                </p:cNvPr>
                <p:cNvSpPr txBox="1"/>
                <p:nvPr/>
              </p:nvSpPr>
              <p:spPr>
                <a:xfrm>
                  <a:off x="10161796" y="3610882"/>
                  <a:ext cx="100874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rPr>
                    <a:t>*</a:t>
                  </a:r>
                </a:p>
              </p:txBody>
            </p:sp>
          </p:grp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40E4FAC-1234-D40E-7906-22FB2573CFAA}"/>
                </a:ext>
              </a:extLst>
            </p:cNvPr>
            <p:cNvSpPr txBox="1"/>
            <p:nvPr/>
          </p:nvSpPr>
          <p:spPr>
            <a:xfrm>
              <a:off x="9006116" y="143569"/>
              <a:ext cx="2859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5B9FF"/>
                  </a:solidFill>
                  <a:effectLst/>
                  <a:highlight>
                    <a:srgbClr val="000000"/>
                  </a:highlight>
                  <a:uLnTx/>
                  <a:uFillTx/>
                  <a:latin typeface="Tw Cen MT" panose="020B0602020104020603"/>
                  <a:ea typeface="+mn-ea"/>
                  <a:cs typeface="+mn-cs"/>
                </a:rPr>
                <a:t>Arithmetic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operators</a:t>
              </a:r>
            </a:p>
          </p:txBody>
        </p:sp>
      </p:grp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2F77E1E7-6316-8A20-7D91-C99A4AF896D9}"/>
              </a:ext>
            </a:extLst>
          </p:cNvPr>
          <p:cNvSpPr/>
          <p:nvPr/>
        </p:nvSpPr>
        <p:spPr>
          <a:xfrm>
            <a:off x="2699657" y="681726"/>
            <a:ext cx="2598227" cy="392331"/>
          </a:xfrm>
          <a:custGeom>
            <a:avLst/>
            <a:gdLst>
              <a:gd name="connsiteX0" fmla="*/ 0 w 2598227"/>
              <a:gd name="connsiteY0" fmla="*/ 276217 h 392331"/>
              <a:gd name="connsiteX1" fmla="*/ 464457 w 2598227"/>
              <a:gd name="connsiteY1" fmla="*/ 305245 h 392331"/>
              <a:gd name="connsiteX2" fmla="*/ 1683657 w 2598227"/>
              <a:gd name="connsiteY2" fmla="*/ 261703 h 392331"/>
              <a:gd name="connsiteX3" fmla="*/ 1930400 w 2598227"/>
              <a:gd name="connsiteY3" fmla="*/ 232674 h 392331"/>
              <a:gd name="connsiteX4" fmla="*/ 2133600 w 2598227"/>
              <a:gd name="connsiteY4" fmla="*/ 189131 h 392331"/>
              <a:gd name="connsiteX5" fmla="*/ 2583543 w 2598227"/>
              <a:gd name="connsiteY5" fmla="*/ 145588 h 392331"/>
              <a:gd name="connsiteX6" fmla="*/ 2394857 w 2598227"/>
              <a:gd name="connsiteY6" fmla="*/ 58503 h 392331"/>
              <a:gd name="connsiteX7" fmla="*/ 2293257 w 2598227"/>
              <a:gd name="connsiteY7" fmla="*/ 445 h 392331"/>
              <a:gd name="connsiteX8" fmla="*/ 2540000 w 2598227"/>
              <a:gd name="connsiteY8" fmla="*/ 102045 h 392331"/>
              <a:gd name="connsiteX9" fmla="*/ 2554514 w 2598227"/>
              <a:gd name="connsiteY9" fmla="*/ 145588 h 392331"/>
              <a:gd name="connsiteX10" fmla="*/ 2598057 w 2598227"/>
              <a:gd name="connsiteY10" fmla="*/ 189131 h 392331"/>
              <a:gd name="connsiteX11" fmla="*/ 2540000 w 2598227"/>
              <a:gd name="connsiteY11" fmla="*/ 247188 h 392331"/>
              <a:gd name="connsiteX12" fmla="*/ 2467429 w 2598227"/>
              <a:gd name="connsiteY12" fmla="*/ 290731 h 392331"/>
              <a:gd name="connsiteX13" fmla="*/ 2394857 w 2598227"/>
              <a:gd name="connsiteY13" fmla="*/ 348788 h 392331"/>
              <a:gd name="connsiteX14" fmla="*/ 2322286 w 2598227"/>
              <a:gd name="connsiteY14" fmla="*/ 377817 h 392331"/>
              <a:gd name="connsiteX15" fmla="*/ 2278743 w 2598227"/>
              <a:gd name="connsiteY15" fmla="*/ 392331 h 39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8227" h="392331">
                <a:moveTo>
                  <a:pt x="0" y="276217"/>
                </a:moveTo>
                <a:cubicBezTo>
                  <a:pt x="180900" y="312396"/>
                  <a:pt x="153106" y="310855"/>
                  <a:pt x="464457" y="305245"/>
                </a:cubicBezTo>
                <a:cubicBezTo>
                  <a:pt x="871050" y="297919"/>
                  <a:pt x="1277257" y="276217"/>
                  <a:pt x="1683657" y="261703"/>
                </a:cubicBezTo>
                <a:cubicBezTo>
                  <a:pt x="1765905" y="252027"/>
                  <a:pt x="1848642" y="245861"/>
                  <a:pt x="1930400" y="232674"/>
                </a:cubicBezTo>
                <a:cubicBezTo>
                  <a:pt x="1998787" y="221644"/>
                  <a:pt x="2065111" y="199508"/>
                  <a:pt x="2133600" y="189131"/>
                </a:cubicBezTo>
                <a:cubicBezTo>
                  <a:pt x="2240910" y="172872"/>
                  <a:pt x="2459956" y="155887"/>
                  <a:pt x="2583543" y="145588"/>
                </a:cubicBezTo>
                <a:cubicBezTo>
                  <a:pt x="2270811" y="-33115"/>
                  <a:pt x="2663732" y="182599"/>
                  <a:pt x="2394857" y="58503"/>
                </a:cubicBezTo>
                <a:cubicBezTo>
                  <a:pt x="2359441" y="42157"/>
                  <a:pt x="2254643" y="-5071"/>
                  <a:pt x="2293257" y="445"/>
                </a:cubicBezTo>
                <a:cubicBezTo>
                  <a:pt x="2423032" y="18984"/>
                  <a:pt x="2458405" y="47649"/>
                  <a:pt x="2540000" y="102045"/>
                </a:cubicBezTo>
                <a:cubicBezTo>
                  <a:pt x="2544838" y="116559"/>
                  <a:pt x="2546027" y="132858"/>
                  <a:pt x="2554514" y="145588"/>
                </a:cubicBezTo>
                <a:cubicBezTo>
                  <a:pt x="2565900" y="162667"/>
                  <a:pt x="2600960" y="168811"/>
                  <a:pt x="2598057" y="189131"/>
                </a:cubicBezTo>
                <a:cubicBezTo>
                  <a:pt x="2594187" y="216224"/>
                  <a:pt x="2561603" y="230385"/>
                  <a:pt x="2540000" y="247188"/>
                </a:cubicBezTo>
                <a:cubicBezTo>
                  <a:pt x="2517732" y="264508"/>
                  <a:pt x="2490540" y="274553"/>
                  <a:pt x="2467429" y="290731"/>
                </a:cubicBezTo>
                <a:cubicBezTo>
                  <a:pt x="2442050" y="308496"/>
                  <a:pt x="2421421" y="332849"/>
                  <a:pt x="2394857" y="348788"/>
                </a:cubicBezTo>
                <a:cubicBezTo>
                  <a:pt x="2372516" y="362193"/>
                  <a:pt x="2346681" y="368669"/>
                  <a:pt x="2322286" y="377817"/>
                </a:cubicBezTo>
                <a:cubicBezTo>
                  <a:pt x="2307961" y="383189"/>
                  <a:pt x="2278743" y="392331"/>
                  <a:pt x="2278743" y="392331"/>
                </a:cubicBezTo>
              </a:path>
            </a:pathLst>
          </a:custGeom>
          <a:ln w="57150"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BCA76CFC-7ABF-D1DB-0F06-18051022B5B1}"/>
              </a:ext>
            </a:extLst>
          </p:cNvPr>
          <p:cNvSpPr/>
          <p:nvPr/>
        </p:nvSpPr>
        <p:spPr>
          <a:xfrm rot="19478712">
            <a:off x="2572623" y="3932849"/>
            <a:ext cx="2467429" cy="609600"/>
          </a:xfrm>
          <a:custGeom>
            <a:avLst/>
            <a:gdLst>
              <a:gd name="connsiteX0" fmla="*/ 0 w 2467429"/>
              <a:gd name="connsiteY0" fmla="*/ 0 h 609600"/>
              <a:gd name="connsiteX1" fmla="*/ 87086 w 2467429"/>
              <a:gd name="connsiteY1" fmla="*/ 14514 h 609600"/>
              <a:gd name="connsiteX2" fmla="*/ 391886 w 2467429"/>
              <a:gd name="connsiteY2" fmla="*/ 130629 h 609600"/>
              <a:gd name="connsiteX3" fmla="*/ 696686 w 2467429"/>
              <a:gd name="connsiteY3" fmla="*/ 159657 h 609600"/>
              <a:gd name="connsiteX4" fmla="*/ 1117600 w 2467429"/>
              <a:gd name="connsiteY4" fmla="*/ 290286 h 609600"/>
              <a:gd name="connsiteX5" fmla="*/ 1277257 w 2467429"/>
              <a:gd name="connsiteY5" fmla="*/ 348343 h 609600"/>
              <a:gd name="connsiteX6" fmla="*/ 1480457 w 2467429"/>
              <a:gd name="connsiteY6" fmla="*/ 377372 h 609600"/>
              <a:gd name="connsiteX7" fmla="*/ 2351315 w 2467429"/>
              <a:gd name="connsiteY7" fmla="*/ 304800 h 609600"/>
              <a:gd name="connsiteX8" fmla="*/ 2394857 w 2467429"/>
              <a:gd name="connsiteY8" fmla="*/ 290286 h 609600"/>
              <a:gd name="connsiteX9" fmla="*/ 2191657 w 2467429"/>
              <a:gd name="connsiteY9" fmla="*/ 58057 h 609600"/>
              <a:gd name="connsiteX10" fmla="*/ 2133600 w 2467429"/>
              <a:gd name="connsiteY10" fmla="*/ 14514 h 609600"/>
              <a:gd name="connsiteX11" fmla="*/ 2365829 w 2467429"/>
              <a:gd name="connsiteY11" fmla="*/ 203200 h 609600"/>
              <a:gd name="connsiteX12" fmla="*/ 2467429 w 2467429"/>
              <a:gd name="connsiteY12" fmla="*/ 304800 h 609600"/>
              <a:gd name="connsiteX13" fmla="*/ 2380343 w 2467429"/>
              <a:gd name="connsiteY13" fmla="*/ 391886 h 609600"/>
              <a:gd name="connsiteX14" fmla="*/ 2220686 w 2467429"/>
              <a:gd name="connsiteY14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67429" h="609600">
                <a:moveTo>
                  <a:pt x="0" y="0"/>
                </a:moveTo>
                <a:cubicBezTo>
                  <a:pt x="29029" y="4838"/>
                  <a:pt x="59167" y="5208"/>
                  <a:pt x="87086" y="14514"/>
                </a:cubicBezTo>
                <a:cubicBezTo>
                  <a:pt x="190229" y="48895"/>
                  <a:pt x="286120" y="105447"/>
                  <a:pt x="391886" y="130629"/>
                </a:cubicBezTo>
                <a:cubicBezTo>
                  <a:pt x="491170" y="154268"/>
                  <a:pt x="595086" y="149981"/>
                  <a:pt x="696686" y="159657"/>
                </a:cubicBezTo>
                <a:lnTo>
                  <a:pt x="1117600" y="290286"/>
                </a:lnTo>
                <a:cubicBezTo>
                  <a:pt x="1171456" y="307789"/>
                  <a:pt x="1222192" y="335127"/>
                  <a:pt x="1277257" y="348343"/>
                </a:cubicBezTo>
                <a:cubicBezTo>
                  <a:pt x="1343789" y="364311"/>
                  <a:pt x="1412724" y="367696"/>
                  <a:pt x="1480457" y="377372"/>
                </a:cubicBezTo>
                <a:cubicBezTo>
                  <a:pt x="2034318" y="345418"/>
                  <a:pt x="2028834" y="392750"/>
                  <a:pt x="2351315" y="304800"/>
                </a:cubicBezTo>
                <a:cubicBezTo>
                  <a:pt x="2366075" y="300775"/>
                  <a:pt x="2380343" y="295124"/>
                  <a:pt x="2394857" y="290286"/>
                </a:cubicBezTo>
                <a:cubicBezTo>
                  <a:pt x="2327124" y="212876"/>
                  <a:pt x="2262398" y="132728"/>
                  <a:pt x="2191657" y="58057"/>
                </a:cubicBezTo>
                <a:cubicBezTo>
                  <a:pt x="2175020" y="40496"/>
                  <a:pt x="2116495" y="-2591"/>
                  <a:pt x="2133600" y="14514"/>
                </a:cubicBezTo>
                <a:cubicBezTo>
                  <a:pt x="2378128" y="259042"/>
                  <a:pt x="2157676" y="24784"/>
                  <a:pt x="2365829" y="203200"/>
                </a:cubicBezTo>
                <a:cubicBezTo>
                  <a:pt x="2402193" y="234369"/>
                  <a:pt x="2467429" y="304800"/>
                  <a:pt x="2467429" y="304800"/>
                </a:cubicBezTo>
                <a:cubicBezTo>
                  <a:pt x="2438400" y="333829"/>
                  <a:pt x="2406787" y="360484"/>
                  <a:pt x="2380343" y="391886"/>
                </a:cubicBezTo>
                <a:cubicBezTo>
                  <a:pt x="2249614" y="547127"/>
                  <a:pt x="2267822" y="515327"/>
                  <a:pt x="2220686" y="609600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9DAE617D-F3DB-22D3-4AD0-5C9BA9E418D5}"/>
              </a:ext>
            </a:extLst>
          </p:cNvPr>
          <p:cNvSpPr/>
          <p:nvPr/>
        </p:nvSpPr>
        <p:spPr>
          <a:xfrm>
            <a:off x="1764844" y="5931986"/>
            <a:ext cx="2268746" cy="458714"/>
          </a:xfrm>
          <a:custGeom>
            <a:avLst/>
            <a:gdLst>
              <a:gd name="connsiteX0" fmla="*/ 0 w 2467429"/>
              <a:gd name="connsiteY0" fmla="*/ 0 h 609600"/>
              <a:gd name="connsiteX1" fmla="*/ 87086 w 2467429"/>
              <a:gd name="connsiteY1" fmla="*/ 14514 h 609600"/>
              <a:gd name="connsiteX2" fmla="*/ 391886 w 2467429"/>
              <a:gd name="connsiteY2" fmla="*/ 130629 h 609600"/>
              <a:gd name="connsiteX3" fmla="*/ 696686 w 2467429"/>
              <a:gd name="connsiteY3" fmla="*/ 159657 h 609600"/>
              <a:gd name="connsiteX4" fmla="*/ 1117600 w 2467429"/>
              <a:gd name="connsiteY4" fmla="*/ 290286 h 609600"/>
              <a:gd name="connsiteX5" fmla="*/ 1277257 w 2467429"/>
              <a:gd name="connsiteY5" fmla="*/ 348343 h 609600"/>
              <a:gd name="connsiteX6" fmla="*/ 1480457 w 2467429"/>
              <a:gd name="connsiteY6" fmla="*/ 377372 h 609600"/>
              <a:gd name="connsiteX7" fmla="*/ 2351315 w 2467429"/>
              <a:gd name="connsiteY7" fmla="*/ 304800 h 609600"/>
              <a:gd name="connsiteX8" fmla="*/ 2394857 w 2467429"/>
              <a:gd name="connsiteY8" fmla="*/ 290286 h 609600"/>
              <a:gd name="connsiteX9" fmla="*/ 2191657 w 2467429"/>
              <a:gd name="connsiteY9" fmla="*/ 58057 h 609600"/>
              <a:gd name="connsiteX10" fmla="*/ 2133600 w 2467429"/>
              <a:gd name="connsiteY10" fmla="*/ 14514 h 609600"/>
              <a:gd name="connsiteX11" fmla="*/ 2365829 w 2467429"/>
              <a:gd name="connsiteY11" fmla="*/ 203200 h 609600"/>
              <a:gd name="connsiteX12" fmla="*/ 2467429 w 2467429"/>
              <a:gd name="connsiteY12" fmla="*/ 304800 h 609600"/>
              <a:gd name="connsiteX13" fmla="*/ 2380343 w 2467429"/>
              <a:gd name="connsiteY13" fmla="*/ 391886 h 609600"/>
              <a:gd name="connsiteX14" fmla="*/ 2220686 w 2467429"/>
              <a:gd name="connsiteY14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67429" h="609600">
                <a:moveTo>
                  <a:pt x="0" y="0"/>
                </a:moveTo>
                <a:cubicBezTo>
                  <a:pt x="29029" y="4838"/>
                  <a:pt x="59167" y="5208"/>
                  <a:pt x="87086" y="14514"/>
                </a:cubicBezTo>
                <a:cubicBezTo>
                  <a:pt x="190229" y="48895"/>
                  <a:pt x="286120" y="105447"/>
                  <a:pt x="391886" y="130629"/>
                </a:cubicBezTo>
                <a:cubicBezTo>
                  <a:pt x="491170" y="154268"/>
                  <a:pt x="595086" y="149981"/>
                  <a:pt x="696686" y="159657"/>
                </a:cubicBezTo>
                <a:lnTo>
                  <a:pt x="1117600" y="290286"/>
                </a:lnTo>
                <a:cubicBezTo>
                  <a:pt x="1171456" y="307789"/>
                  <a:pt x="1222192" y="335127"/>
                  <a:pt x="1277257" y="348343"/>
                </a:cubicBezTo>
                <a:cubicBezTo>
                  <a:pt x="1343789" y="364311"/>
                  <a:pt x="1412724" y="367696"/>
                  <a:pt x="1480457" y="377372"/>
                </a:cubicBezTo>
                <a:cubicBezTo>
                  <a:pt x="2034318" y="345418"/>
                  <a:pt x="2028834" y="392750"/>
                  <a:pt x="2351315" y="304800"/>
                </a:cubicBezTo>
                <a:cubicBezTo>
                  <a:pt x="2366075" y="300775"/>
                  <a:pt x="2380343" y="295124"/>
                  <a:pt x="2394857" y="290286"/>
                </a:cubicBezTo>
                <a:cubicBezTo>
                  <a:pt x="2327124" y="212876"/>
                  <a:pt x="2262398" y="132728"/>
                  <a:pt x="2191657" y="58057"/>
                </a:cubicBezTo>
                <a:cubicBezTo>
                  <a:pt x="2175020" y="40496"/>
                  <a:pt x="2116495" y="-2591"/>
                  <a:pt x="2133600" y="14514"/>
                </a:cubicBezTo>
                <a:cubicBezTo>
                  <a:pt x="2378128" y="259042"/>
                  <a:pt x="2157676" y="24784"/>
                  <a:pt x="2365829" y="203200"/>
                </a:cubicBezTo>
                <a:cubicBezTo>
                  <a:pt x="2402193" y="234369"/>
                  <a:pt x="2467429" y="304800"/>
                  <a:pt x="2467429" y="304800"/>
                </a:cubicBezTo>
                <a:cubicBezTo>
                  <a:pt x="2438400" y="333829"/>
                  <a:pt x="2406787" y="360484"/>
                  <a:pt x="2380343" y="391886"/>
                </a:cubicBezTo>
                <a:cubicBezTo>
                  <a:pt x="2249614" y="547127"/>
                  <a:pt x="2267822" y="515327"/>
                  <a:pt x="2220686" y="609600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5CF2E0A-649F-ED00-A0B6-21ACF65ACA28}"/>
              </a:ext>
            </a:extLst>
          </p:cNvPr>
          <p:cNvSpPr txBox="1"/>
          <p:nvPr/>
        </p:nvSpPr>
        <p:spPr>
          <a:xfrm>
            <a:off x="4847772" y="2474893"/>
            <a:ext cx="74603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white"/>
                </a:solidFill>
                <a:latin typeface="Tw Cen MT" panose="020B0602020104020603"/>
              </a:rPr>
              <a:t>• “hello ”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* 4 is “hello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hello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hello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hello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“ha” * 10 is “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hahahahahahahahahaha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”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A0EF61A-1EE7-8899-DA86-ED990201DF0E}"/>
              </a:ext>
            </a:extLst>
          </p:cNvPr>
          <p:cNvSpPr txBox="1"/>
          <p:nvPr/>
        </p:nvSpPr>
        <p:spPr>
          <a:xfrm>
            <a:off x="4099590" y="5684289"/>
            <a:ext cx="6684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“8” + “3” is </a:t>
            </a:r>
            <a:r>
              <a:rPr lang="en-US" sz="2800" dirty="0">
                <a:solidFill>
                  <a:prstClr val="white"/>
                </a:solidFill>
                <a:latin typeface="Tw Cen MT" panose="020B0602020104020603"/>
              </a:rPr>
              <a:t>83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• “Grande ” + “Messi” is “Grande Messi”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5030CF-E2FB-0876-38A4-E0B96F3CBC89}"/>
              </a:ext>
            </a:extLst>
          </p:cNvPr>
          <p:cNvSpPr txBox="1"/>
          <p:nvPr/>
        </p:nvSpPr>
        <p:spPr>
          <a:xfrm>
            <a:off x="5558970" y="467299"/>
            <a:ext cx="663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 can do weird but useful things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strings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here!</a:t>
            </a:r>
          </a:p>
        </p:txBody>
      </p:sp>
    </p:spTree>
    <p:extLst>
      <p:ext uri="{BB962C8B-B14F-4D97-AF65-F5344CB8AC3E}">
        <p14:creationId xmlns:p14="http://schemas.microsoft.com/office/powerpoint/2010/main" val="409001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1EDD7-0510-8DC4-2D6E-14764293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260285AD-1270-546F-04A8-9DAE253B977D}"/>
              </a:ext>
            </a:extLst>
          </p:cNvPr>
          <p:cNvSpPr/>
          <p:nvPr/>
        </p:nvSpPr>
        <p:spPr>
          <a:xfrm>
            <a:off x="406400" y="1035147"/>
            <a:ext cx="2699657" cy="5031824"/>
          </a:xfrm>
          <a:prstGeom prst="ellipse">
            <a:avLst/>
          </a:prstGeom>
          <a:solidFill>
            <a:srgbClr val="00E2E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703D5AB-D987-09AD-71E7-4C1A63FB30C9}"/>
              </a:ext>
            </a:extLst>
          </p:cNvPr>
          <p:cNvSpPr txBox="1"/>
          <p:nvPr/>
        </p:nvSpPr>
        <p:spPr>
          <a:xfrm>
            <a:off x="35013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E2E2"/>
                </a:solidFill>
                <a:effectLst/>
                <a:highlight>
                  <a:srgbClr val="000000"/>
                </a:highlight>
                <a:uLnTx/>
                <a:uFillTx/>
                <a:latin typeface="Tw Cen MT" panose="020B0602020104020603"/>
                <a:ea typeface="+mn-ea"/>
                <a:cs typeface="+mn-cs"/>
              </a:rPr>
              <a:t>Comparison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operators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4C18B9-D5E1-287E-2B53-3AE57FC64FF3}"/>
              </a:ext>
            </a:extLst>
          </p:cNvPr>
          <p:cNvSpPr txBox="1"/>
          <p:nvPr/>
        </p:nvSpPr>
        <p:spPr>
          <a:xfrm>
            <a:off x="1109865" y="1941995"/>
            <a:ext cx="246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==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60F7B6-48D4-724B-FA92-0A91DD86C32F}"/>
              </a:ext>
            </a:extLst>
          </p:cNvPr>
          <p:cNvSpPr txBox="1"/>
          <p:nvPr/>
        </p:nvSpPr>
        <p:spPr>
          <a:xfrm>
            <a:off x="1549131" y="4049172"/>
            <a:ext cx="1339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dirty="0">
                <a:solidFill>
                  <a:prstClr val="black"/>
                </a:solidFill>
                <a:latin typeface="Tw Cen MT" panose="020B0602020104020603"/>
              </a:rPr>
              <a:t>!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953345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EF06-8AAE-6CBD-A278-20EB49AF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0C91D426-00AD-23B2-6407-8F5F663E9A42}"/>
              </a:ext>
            </a:extLst>
          </p:cNvPr>
          <p:cNvSpPr/>
          <p:nvPr/>
        </p:nvSpPr>
        <p:spPr>
          <a:xfrm>
            <a:off x="406400" y="1035147"/>
            <a:ext cx="2699657" cy="5031824"/>
          </a:xfrm>
          <a:prstGeom prst="ellipse">
            <a:avLst/>
          </a:prstGeom>
          <a:solidFill>
            <a:srgbClr val="00E2E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63A0EC-36A1-518D-E3AF-10BC9961750B}"/>
              </a:ext>
            </a:extLst>
          </p:cNvPr>
          <p:cNvSpPr txBox="1"/>
          <p:nvPr/>
        </p:nvSpPr>
        <p:spPr>
          <a:xfrm>
            <a:off x="35013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E2E2"/>
                </a:solidFill>
                <a:effectLst/>
                <a:highlight>
                  <a:srgbClr val="000000"/>
                </a:highlight>
                <a:uLnTx/>
                <a:uFillTx/>
                <a:latin typeface="Tw Cen MT" panose="020B0602020104020603"/>
                <a:ea typeface="+mn-ea"/>
                <a:cs typeface="+mn-cs"/>
              </a:rPr>
              <a:t>Comparison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operators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F4E01A-C4AE-AA19-CACB-F441C0C68CE5}"/>
              </a:ext>
            </a:extLst>
          </p:cNvPr>
          <p:cNvSpPr txBox="1"/>
          <p:nvPr/>
        </p:nvSpPr>
        <p:spPr>
          <a:xfrm>
            <a:off x="1109865" y="1941995"/>
            <a:ext cx="246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54AFA1-6E2F-1489-455E-3035C61DA1BC}"/>
              </a:ext>
            </a:extLst>
          </p:cNvPr>
          <p:cNvSpPr txBox="1"/>
          <p:nvPr/>
        </p:nvSpPr>
        <p:spPr>
          <a:xfrm>
            <a:off x="1549131" y="4049172"/>
            <a:ext cx="1339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dirty="0">
                <a:solidFill>
                  <a:prstClr val="black"/>
                </a:solidFill>
                <a:latin typeface="Tw Cen MT" panose="020B0602020104020603"/>
              </a:rPr>
              <a:t>!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EF5CF9-50C7-DD5B-68F6-3DE9C1F8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304" y="1627285"/>
            <a:ext cx="3801675" cy="384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48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6D5A7-7AC4-12BC-FF2F-D177DCF3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0B5AA822-EF3A-62CD-6499-B38A15E02FDB}"/>
              </a:ext>
            </a:extLst>
          </p:cNvPr>
          <p:cNvSpPr/>
          <p:nvPr/>
        </p:nvSpPr>
        <p:spPr>
          <a:xfrm>
            <a:off x="406400" y="1035147"/>
            <a:ext cx="2699657" cy="5031824"/>
          </a:xfrm>
          <a:prstGeom prst="ellipse">
            <a:avLst/>
          </a:prstGeom>
          <a:solidFill>
            <a:srgbClr val="00E2E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329B21-FD4F-ADDB-249E-A4020ED79657}"/>
              </a:ext>
            </a:extLst>
          </p:cNvPr>
          <p:cNvSpPr txBox="1"/>
          <p:nvPr/>
        </p:nvSpPr>
        <p:spPr>
          <a:xfrm>
            <a:off x="35013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E2E2"/>
                </a:solidFill>
                <a:effectLst/>
                <a:highlight>
                  <a:srgbClr val="000000"/>
                </a:highlight>
                <a:uLnTx/>
                <a:uFillTx/>
                <a:latin typeface="Tw Cen MT" panose="020B0602020104020603"/>
                <a:ea typeface="+mn-ea"/>
                <a:cs typeface="+mn-cs"/>
              </a:rPr>
              <a:t>Comparison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operators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C85B7D-44A5-568F-892C-89A26055FB9C}"/>
              </a:ext>
            </a:extLst>
          </p:cNvPr>
          <p:cNvSpPr txBox="1"/>
          <p:nvPr/>
        </p:nvSpPr>
        <p:spPr>
          <a:xfrm>
            <a:off x="1109865" y="1941995"/>
            <a:ext cx="246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19A31C-F7A9-A0E4-95DF-86AAF3089BE0}"/>
              </a:ext>
            </a:extLst>
          </p:cNvPr>
          <p:cNvSpPr txBox="1"/>
          <p:nvPr/>
        </p:nvSpPr>
        <p:spPr>
          <a:xfrm>
            <a:off x="1519373" y="4092329"/>
            <a:ext cx="1339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dirty="0">
                <a:solidFill>
                  <a:prstClr val="black"/>
                </a:solidFill>
                <a:latin typeface="Tw Cen MT" panose="020B0602020104020603"/>
              </a:rPr>
              <a:t>!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6224C8-8054-9D28-0F19-63B4121D9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304" y="1627285"/>
            <a:ext cx="3801675" cy="384754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88B0F4F-2040-FC79-646A-8CC5CB49B46A}"/>
              </a:ext>
            </a:extLst>
          </p:cNvPr>
          <p:cNvSpPr txBox="1"/>
          <p:nvPr/>
        </p:nvSpPr>
        <p:spPr>
          <a:xfrm>
            <a:off x="5855807" y="1982450"/>
            <a:ext cx="66119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“Hello” </a:t>
            </a:r>
            <a:r>
              <a:rPr lang="en-US" sz="4400" b="1" dirty="0">
                <a:ln w="12700">
                  <a:solidFill>
                    <a:prstClr val="black"/>
                  </a:solidFill>
                </a:ln>
                <a:solidFill>
                  <a:srgbClr val="00E2E2"/>
                </a:solidFill>
                <a:latin typeface="Tw Cen MT" panose="020B0602020104020603"/>
              </a:rPr>
              <a:t>=</a:t>
            </a:r>
            <a:r>
              <a:rPr kumimoji="0" lang="en-US" sz="4400" b="1" i="0" u="none" strike="noStrike" kern="1200" cap="none" spc="0" normalizeH="0" baseline="0" noProof="0" dirty="0">
                <a:ln w="12700">
                  <a:solidFill>
                    <a:prstClr val="black"/>
                  </a:solidFill>
                </a:ln>
                <a:solidFill>
                  <a:srgbClr val="00E2E2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“Hello” is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True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“Hello </a:t>
            </a:r>
            <a:r>
              <a:rPr kumimoji="0" lang="en-US" sz="4400" b="1" i="0" u="none" strike="noStrike" kern="1200" cap="none" spc="0" normalizeH="0" baseline="0" noProof="0" dirty="0">
                <a:ln w="12700">
                  <a:solidFill>
                    <a:prstClr val="black"/>
                  </a:solidFill>
                </a:ln>
                <a:solidFill>
                  <a:srgbClr val="00E2E2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==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“Hi” is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False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47B47B-87F4-FA0D-4173-F4C4FE6294AD}"/>
              </a:ext>
            </a:extLst>
          </p:cNvPr>
          <p:cNvSpPr txBox="1"/>
          <p:nvPr/>
        </p:nvSpPr>
        <p:spPr>
          <a:xfrm>
            <a:off x="5855807" y="4324352"/>
            <a:ext cx="80779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“Hello” </a:t>
            </a:r>
            <a:r>
              <a:rPr lang="en-US" sz="4400" b="1" dirty="0">
                <a:ln w="12700">
                  <a:solidFill>
                    <a:prstClr val="black"/>
                  </a:solidFill>
                </a:ln>
                <a:solidFill>
                  <a:srgbClr val="00E2E2"/>
                </a:solidFill>
                <a:latin typeface="Tw Cen MT" panose="020B0602020104020603"/>
              </a:rPr>
              <a:t>!</a:t>
            </a:r>
            <a:r>
              <a:rPr kumimoji="0" lang="en-US" sz="4400" b="1" i="0" u="none" strike="noStrike" kern="1200" cap="none" spc="0" normalizeH="0" baseline="0" noProof="0" dirty="0">
                <a:ln w="12700">
                  <a:solidFill>
                    <a:prstClr val="black"/>
                  </a:solidFill>
                </a:ln>
                <a:solidFill>
                  <a:srgbClr val="00E2E2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“Hello” is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False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“Hello </a:t>
            </a:r>
            <a:r>
              <a:rPr lang="en-US" sz="4400" b="1" dirty="0">
                <a:ln w="12700">
                  <a:solidFill>
                    <a:prstClr val="black"/>
                  </a:solidFill>
                </a:ln>
                <a:solidFill>
                  <a:srgbClr val="00E2E2"/>
                </a:solidFill>
                <a:latin typeface="Tw Cen MT" panose="020B0602020104020603"/>
              </a:rPr>
              <a:t>!</a:t>
            </a:r>
            <a:r>
              <a:rPr kumimoji="0" lang="en-US" sz="4400" b="1" i="0" u="none" strike="noStrike" kern="1200" cap="none" spc="0" normalizeH="0" baseline="0" noProof="0" dirty="0">
                <a:ln w="12700">
                  <a:solidFill>
                    <a:prstClr val="black"/>
                  </a:solidFill>
                </a:ln>
                <a:solidFill>
                  <a:srgbClr val="00E2E2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=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“Hi” is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5B9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313448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6195-64AC-1281-BD31-87482029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5A2BAD95-77D1-BABC-6066-6B47985D6AA8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F51C744-772F-EDB0-EF20-616A9D1E1998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7214408C-B820-84C5-201B-E97F6B96876B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C9CC6F6-375F-E39F-2B8E-8A1C747B9885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381E9B1-30A4-AE78-C6EB-338954CE7910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33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BB25-F59B-F704-C8C5-C02727E4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40FC1B94-37C3-6800-17DC-420346E1DF3C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6789FE0B-7820-D983-B7BD-AF619E56538F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E433BA0-2E63-141D-B0F4-F3E63655574D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4FEC97-715F-5A04-C511-7C2DC8AFC730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D9B9B81A-1564-A42A-0F5D-36913ABFFA2F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ACAA31-4AC6-18C8-459F-5A943BBCDF9D}"/>
              </a:ext>
            </a:extLst>
          </p:cNvPr>
          <p:cNvSpPr txBox="1"/>
          <p:nvPr/>
        </p:nvSpPr>
        <p:spPr>
          <a:xfrm>
            <a:off x="1313542" y="3275765"/>
            <a:ext cx="1050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Again… we use this operator to </a:t>
            </a:r>
            <a:r>
              <a:rPr lang="en-US" sz="2400" dirty="0">
                <a:solidFill>
                  <a:schemeClr val="bg1"/>
                </a:solidFill>
              </a:rPr>
              <a:t>initialize variables</a:t>
            </a:r>
            <a:r>
              <a:rPr lang="en-US" sz="2400" dirty="0"/>
              <a:t>!!! we might see this next class :3</a:t>
            </a:r>
          </a:p>
        </p:txBody>
      </p:sp>
    </p:spTree>
    <p:extLst>
      <p:ext uri="{BB962C8B-B14F-4D97-AF65-F5344CB8AC3E}">
        <p14:creationId xmlns:p14="http://schemas.microsoft.com/office/powerpoint/2010/main" val="472478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F795E-3BA0-A6B5-5D32-2520A0C3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000C0D0-96ED-63BC-7F43-2B78C23C3BEA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B03E45A5-183A-883F-D7FA-7A59700CF6B0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976FC16-9924-D15E-1FE6-D24F451C15EB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311C07-FE61-19F1-03AE-2C2C7309B6B8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8DC6DCC-017D-D381-2CBD-171D4AFDCEF8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10C2D5-614E-085A-6A8D-A9D7AA27E2F2}"/>
              </a:ext>
            </a:extLst>
          </p:cNvPr>
          <p:cNvSpPr txBox="1"/>
          <p:nvPr/>
        </p:nvSpPr>
        <p:spPr>
          <a:xfrm>
            <a:off x="1313542" y="3275765"/>
            <a:ext cx="1050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Again… we use this operator to </a:t>
            </a:r>
            <a:r>
              <a:rPr lang="en-US" sz="2400" dirty="0">
                <a:solidFill>
                  <a:schemeClr val="bg1"/>
                </a:solidFill>
              </a:rPr>
              <a:t>initialize variables</a:t>
            </a:r>
            <a:r>
              <a:rPr lang="en-US" sz="2400" dirty="0"/>
              <a:t>!!! we might see this next class :3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56EA45-3AD8-7388-ABE3-84F1104F6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915" y="4389903"/>
            <a:ext cx="5355428" cy="2144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80D01A-FA20-8D31-DAB0-BDDC6DD46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4576" y="4215312"/>
            <a:ext cx="3447877" cy="563594"/>
          </a:xfrm>
          <a:prstGeom prst="rect">
            <a:avLst/>
          </a:prstGeom>
        </p:spPr>
      </p:pic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F03AAC8B-24A0-2565-FCE7-7C6F40FA495D}"/>
              </a:ext>
            </a:extLst>
          </p:cNvPr>
          <p:cNvSpPr/>
          <p:nvPr/>
        </p:nvSpPr>
        <p:spPr>
          <a:xfrm>
            <a:off x="6183086" y="4218352"/>
            <a:ext cx="1484576" cy="513305"/>
          </a:xfrm>
          <a:custGeom>
            <a:avLst/>
            <a:gdLst>
              <a:gd name="connsiteX0" fmla="*/ 0 w 1484576"/>
              <a:gd name="connsiteY0" fmla="*/ 223019 h 513305"/>
              <a:gd name="connsiteX1" fmla="*/ 1117600 w 1484576"/>
              <a:gd name="connsiteY1" fmla="*/ 237534 h 513305"/>
              <a:gd name="connsiteX2" fmla="*/ 1364343 w 1484576"/>
              <a:gd name="connsiteY2" fmla="*/ 266562 h 513305"/>
              <a:gd name="connsiteX3" fmla="*/ 1407885 w 1484576"/>
              <a:gd name="connsiteY3" fmla="*/ 223019 h 513305"/>
              <a:gd name="connsiteX4" fmla="*/ 1219200 w 1484576"/>
              <a:gd name="connsiteY4" fmla="*/ 92391 h 513305"/>
              <a:gd name="connsiteX5" fmla="*/ 1364343 w 1484576"/>
              <a:gd name="connsiteY5" fmla="*/ 193991 h 513305"/>
              <a:gd name="connsiteX6" fmla="*/ 1465943 w 1484576"/>
              <a:gd name="connsiteY6" fmla="*/ 252048 h 513305"/>
              <a:gd name="connsiteX7" fmla="*/ 1480457 w 1484576"/>
              <a:gd name="connsiteY7" fmla="*/ 295591 h 513305"/>
              <a:gd name="connsiteX8" fmla="*/ 1335314 w 1484576"/>
              <a:gd name="connsiteY8" fmla="*/ 324619 h 513305"/>
              <a:gd name="connsiteX9" fmla="*/ 1277257 w 1484576"/>
              <a:gd name="connsiteY9" fmla="*/ 339134 h 513305"/>
              <a:gd name="connsiteX10" fmla="*/ 1132114 w 1484576"/>
              <a:gd name="connsiteY10" fmla="*/ 469762 h 513305"/>
              <a:gd name="connsiteX11" fmla="*/ 1103085 w 1484576"/>
              <a:gd name="connsiteY11" fmla="*/ 513305 h 513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4576" h="513305">
                <a:moveTo>
                  <a:pt x="0" y="223019"/>
                </a:moveTo>
                <a:lnTo>
                  <a:pt x="1117600" y="237534"/>
                </a:lnTo>
                <a:cubicBezTo>
                  <a:pt x="1181665" y="239007"/>
                  <a:pt x="1295607" y="256743"/>
                  <a:pt x="1364343" y="266562"/>
                </a:cubicBezTo>
                <a:cubicBezTo>
                  <a:pt x="1378857" y="252048"/>
                  <a:pt x="1421026" y="238788"/>
                  <a:pt x="1407885" y="223019"/>
                </a:cubicBezTo>
                <a:cubicBezTo>
                  <a:pt x="1358913" y="164253"/>
                  <a:pt x="1277281" y="142174"/>
                  <a:pt x="1219200" y="92391"/>
                </a:cubicBezTo>
                <a:cubicBezTo>
                  <a:pt x="1035412" y="-65142"/>
                  <a:pt x="1090465" y="-14679"/>
                  <a:pt x="1364343" y="193991"/>
                </a:cubicBezTo>
                <a:cubicBezTo>
                  <a:pt x="1432687" y="246063"/>
                  <a:pt x="1400686" y="230296"/>
                  <a:pt x="1465943" y="252048"/>
                </a:cubicBezTo>
                <a:cubicBezTo>
                  <a:pt x="1470781" y="266562"/>
                  <a:pt x="1493831" y="288161"/>
                  <a:pt x="1480457" y="295591"/>
                </a:cubicBezTo>
                <a:cubicBezTo>
                  <a:pt x="1437327" y="319552"/>
                  <a:pt x="1383558" y="314281"/>
                  <a:pt x="1335314" y="324619"/>
                </a:cubicBezTo>
                <a:cubicBezTo>
                  <a:pt x="1315809" y="328799"/>
                  <a:pt x="1296609" y="334296"/>
                  <a:pt x="1277257" y="339134"/>
                </a:cubicBezTo>
                <a:cubicBezTo>
                  <a:pt x="1213617" y="390046"/>
                  <a:pt x="1187227" y="406776"/>
                  <a:pt x="1132114" y="469762"/>
                </a:cubicBezTo>
                <a:cubicBezTo>
                  <a:pt x="1120627" y="482890"/>
                  <a:pt x="1112761" y="498791"/>
                  <a:pt x="1103085" y="513305"/>
                </a:cubicBezTo>
              </a:path>
            </a:pathLst>
          </a:cu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2364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D3C0-EE41-DEAD-15E3-97A1EBEF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FE303A78-9C06-0D5A-95E3-DEC2E097A335}"/>
              </a:ext>
            </a:extLst>
          </p:cNvPr>
          <p:cNvGrpSpPr/>
          <p:nvPr/>
        </p:nvGrpSpPr>
        <p:grpSpPr>
          <a:xfrm>
            <a:off x="5536397" y="1150400"/>
            <a:ext cx="1571479" cy="1200330"/>
            <a:chOff x="5177249" y="933398"/>
            <a:chExt cx="1571479" cy="120033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DF3521C-33BA-2981-8C8C-76D5104D65D1}"/>
                </a:ext>
              </a:extLst>
            </p:cNvPr>
            <p:cNvSpPr/>
            <p:nvPr/>
          </p:nvSpPr>
          <p:spPr>
            <a:xfrm>
              <a:off x="5177249" y="933399"/>
              <a:ext cx="1258286" cy="1200329"/>
            </a:xfrm>
            <a:prstGeom prst="ellipse">
              <a:avLst/>
            </a:prstGeom>
            <a:solidFill>
              <a:srgbClr val="11FF82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E705F6-1F99-8ABC-8A98-301356E407D9}"/>
                </a:ext>
              </a:extLst>
            </p:cNvPr>
            <p:cNvSpPr txBox="1"/>
            <p:nvPr/>
          </p:nvSpPr>
          <p:spPr>
            <a:xfrm>
              <a:off x="5408867" y="933398"/>
              <a:ext cx="13398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/>
                <a:t>=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40A8C2-5B2A-FDA3-16B6-ECFED79241D0}"/>
              </a:ext>
            </a:extLst>
          </p:cNvPr>
          <p:cNvSpPr txBox="1"/>
          <p:nvPr/>
        </p:nvSpPr>
        <p:spPr>
          <a:xfrm>
            <a:off x="4799688" y="169731"/>
            <a:ext cx="285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1FF82"/>
                </a:solidFill>
                <a:highlight>
                  <a:srgbClr val="000000"/>
                </a:highlight>
              </a:rPr>
              <a:t>Assignation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operator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68D790D-BC19-E72B-E190-FDFDBBB5329D}"/>
              </a:ext>
            </a:extLst>
          </p:cNvPr>
          <p:cNvSpPr/>
          <p:nvPr/>
        </p:nvSpPr>
        <p:spPr>
          <a:xfrm>
            <a:off x="3178629" y="1785257"/>
            <a:ext cx="1930400" cy="1335314"/>
          </a:xfrm>
          <a:custGeom>
            <a:avLst/>
            <a:gdLst>
              <a:gd name="connsiteX0" fmla="*/ 1930400 w 1930400"/>
              <a:gd name="connsiteY0" fmla="*/ 0 h 1335314"/>
              <a:gd name="connsiteX1" fmla="*/ 1190171 w 1930400"/>
              <a:gd name="connsiteY1" fmla="*/ 14514 h 1335314"/>
              <a:gd name="connsiteX2" fmla="*/ 1030514 w 1930400"/>
              <a:gd name="connsiteY2" fmla="*/ 101600 h 1335314"/>
              <a:gd name="connsiteX3" fmla="*/ 522514 w 1930400"/>
              <a:gd name="connsiteY3" fmla="*/ 464457 h 1335314"/>
              <a:gd name="connsiteX4" fmla="*/ 377371 w 1930400"/>
              <a:gd name="connsiteY4" fmla="*/ 827314 h 1335314"/>
              <a:gd name="connsiteX5" fmla="*/ 333828 w 1930400"/>
              <a:gd name="connsiteY5" fmla="*/ 1045029 h 1335314"/>
              <a:gd name="connsiteX6" fmla="*/ 290285 w 1930400"/>
              <a:gd name="connsiteY6" fmla="*/ 1219200 h 1335314"/>
              <a:gd name="connsiteX7" fmla="*/ 261257 w 1930400"/>
              <a:gd name="connsiteY7" fmla="*/ 1277257 h 1335314"/>
              <a:gd name="connsiteX8" fmla="*/ 159657 w 1930400"/>
              <a:gd name="connsiteY8" fmla="*/ 1146629 h 1335314"/>
              <a:gd name="connsiteX9" fmla="*/ 0 w 1930400"/>
              <a:gd name="connsiteY9" fmla="*/ 856343 h 1335314"/>
              <a:gd name="connsiteX10" fmla="*/ 14514 w 1930400"/>
              <a:gd name="connsiteY10" fmla="*/ 812800 h 1335314"/>
              <a:gd name="connsiteX11" fmla="*/ 87085 w 1930400"/>
              <a:gd name="connsiteY11" fmla="*/ 972457 h 1335314"/>
              <a:gd name="connsiteX12" fmla="*/ 174171 w 1930400"/>
              <a:gd name="connsiteY12" fmla="*/ 1088572 h 1335314"/>
              <a:gd name="connsiteX13" fmla="*/ 232228 w 1930400"/>
              <a:gd name="connsiteY13" fmla="*/ 1204686 h 1335314"/>
              <a:gd name="connsiteX14" fmla="*/ 275771 w 1930400"/>
              <a:gd name="connsiteY14" fmla="*/ 1306286 h 1335314"/>
              <a:gd name="connsiteX15" fmla="*/ 333828 w 1930400"/>
              <a:gd name="connsiteY15" fmla="*/ 1335314 h 1335314"/>
              <a:gd name="connsiteX16" fmla="*/ 725714 w 1930400"/>
              <a:gd name="connsiteY16" fmla="*/ 1059543 h 1335314"/>
              <a:gd name="connsiteX17" fmla="*/ 928914 w 1930400"/>
              <a:gd name="connsiteY17" fmla="*/ 914400 h 1335314"/>
              <a:gd name="connsiteX18" fmla="*/ 1016000 w 1930400"/>
              <a:gd name="connsiteY18" fmla="*/ 870857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30400" h="1335314">
                <a:moveTo>
                  <a:pt x="1930400" y="0"/>
                </a:moveTo>
                <a:lnTo>
                  <a:pt x="1190171" y="14514"/>
                </a:lnTo>
                <a:cubicBezTo>
                  <a:pt x="1129933" y="21315"/>
                  <a:pt x="1081341" y="68562"/>
                  <a:pt x="1030514" y="101600"/>
                </a:cubicBezTo>
                <a:cubicBezTo>
                  <a:pt x="676270" y="331859"/>
                  <a:pt x="718855" y="300841"/>
                  <a:pt x="522514" y="464457"/>
                </a:cubicBezTo>
                <a:cubicBezTo>
                  <a:pt x="413121" y="719707"/>
                  <a:pt x="460612" y="598402"/>
                  <a:pt x="377371" y="827314"/>
                </a:cubicBezTo>
                <a:cubicBezTo>
                  <a:pt x="353214" y="996417"/>
                  <a:pt x="375820" y="863063"/>
                  <a:pt x="333828" y="1045029"/>
                </a:cubicBezTo>
                <a:cubicBezTo>
                  <a:pt x="315264" y="1125471"/>
                  <a:pt x="322011" y="1131954"/>
                  <a:pt x="290285" y="1219200"/>
                </a:cubicBezTo>
                <a:cubicBezTo>
                  <a:pt x="282891" y="1239534"/>
                  <a:pt x="270933" y="1257905"/>
                  <a:pt x="261257" y="1277257"/>
                </a:cubicBezTo>
                <a:cubicBezTo>
                  <a:pt x="227390" y="1233714"/>
                  <a:pt x="186800" y="1194651"/>
                  <a:pt x="159657" y="1146629"/>
                </a:cubicBezTo>
                <a:cubicBezTo>
                  <a:pt x="-43369" y="787431"/>
                  <a:pt x="171565" y="1062223"/>
                  <a:pt x="0" y="856343"/>
                </a:cubicBezTo>
                <a:cubicBezTo>
                  <a:pt x="4838" y="841829"/>
                  <a:pt x="5334" y="800560"/>
                  <a:pt x="14514" y="812800"/>
                </a:cubicBezTo>
                <a:cubicBezTo>
                  <a:pt x="49589" y="859567"/>
                  <a:pt x="57795" y="921865"/>
                  <a:pt x="87085" y="972457"/>
                </a:cubicBezTo>
                <a:cubicBezTo>
                  <a:pt x="111326" y="1014327"/>
                  <a:pt x="148529" y="1047545"/>
                  <a:pt x="174171" y="1088572"/>
                </a:cubicBezTo>
                <a:cubicBezTo>
                  <a:pt x="197106" y="1125268"/>
                  <a:pt x="212876" y="1165981"/>
                  <a:pt x="232228" y="1204686"/>
                </a:cubicBezTo>
                <a:cubicBezTo>
                  <a:pt x="241321" y="1241057"/>
                  <a:pt x="244117" y="1279908"/>
                  <a:pt x="275771" y="1306286"/>
                </a:cubicBezTo>
                <a:cubicBezTo>
                  <a:pt x="292393" y="1320137"/>
                  <a:pt x="314476" y="1325638"/>
                  <a:pt x="333828" y="1335314"/>
                </a:cubicBezTo>
                <a:lnTo>
                  <a:pt x="725714" y="1059543"/>
                </a:lnTo>
                <a:cubicBezTo>
                  <a:pt x="793671" y="1011476"/>
                  <a:pt x="854464" y="951625"/>
                  <a:pt x="928914" y="914400"/>
                </a:cubicBezTo>
                <a:lnTo>
                  <a:pt x="1016000" y="870857"/>
                </a:lnTo>
              </a:path>
            </a:pathLst>
          </a:custGeom>
          <a:ln w="76200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44FE83-9F08-0C8E-A27A-B072F3C9AF95}"/>
              </a:ext>
            </a:extLst>
          </p:cNvPr>
          <p:cNvSpPr txBox="1"/>
          <p:nvPr/>
        </p:nvSpPr>
        <p:spPr>
          <a:xfrm>
            <a:off x="1313542" y="3275765"/>
            <a:ext cx="1050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Again… we use this operator to </a:t>
            </a:r>
            <a:r>
              <a:rPr lang="en-US" sz="2400" dirty="0">
                <a:solidFill>
                  <a:schemeClr val="bg1"/>
                </a:solidFill>
              </a:rPr>
              <a:t>initialize variables</a:t>
            </a:r>
            <a:r>
              <a:rPr lang="en-US" sz="2400" dirty="0"/>
              <a:t>!!! we might see this next class :3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8E2BA7-FF74-9EC7-3E58-ADF3C0806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915" y="4389903"/>
            <a:ext cx="5355428" cy="2144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D08FB85-EF59-AFA9-E0F8-7538A2E7A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4576" y="4215312"/>
            <a:ext cx="3447877" cy="563594"/>
          </a:xfrm>
          <a:prstGeom prst="rect">
            <a:avLst/>
          </a:prstGeom>
        </p:spPr>
      </p:pic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0297F9E8-7995-F9E7-8CC5-E5E22B2AF4A4}"/>
              </a:ext>
            </a:extLst>
          </p:cNvPr>
          <p:cNvSpPr/>
          <p:nvPr/>
        </p:nvSpPr>
        <p:spPr>
          <a:xfrm>
            <a:off x="6183086" y="4218352"/>
            <a:ext cx="1484576" cy="513305"/>
          </a:xfrm>
          <a:custGeom>
            <a:avLst/>
            <a:gdLst>
              <a:gd name="connsiteX0" fmla="*/ 0 w 1484576"/>
              <a:gd name="connsiteY0" fmla="*/ 223019 h 513305"/>
              <a:gd name="connsiteX1" fmla="*/ 1117600 w 1484576"/>
              <a:gd name="connsiteY1" fmla="*/ 237534 h 513305"/>
              <a:gd name="connsiteX2" fmla="*/ 1364343 w 1484576"/>
              <a:gd name="connsiteY2" fmla="*/ 266562 h 513305"/>
              <a:gd name="connsiteX3" fmla="*/ 1407885 w 1484576"/>
              <a:gd name="connsiteY3" fmla="*/ 223019 h 513305"/>
              <a:gd name="connsiteX4" fmla="*/ 1219200 w 1484576"/>
              <a:gd name="connsiteY4" fmla="*/ 92391 h 513305"/>
              <a:gd name="connsiteX5" fmla="*/ 1364343 w 1484576"/>
              <a:gd name="connsiteY5" fmla="*/ 193991 h 513305"/>
              <a:gd name="connsiteX6" fmla="*/ 1465943 w 1484576"/>
              <a:gd name="connsiteY6" fmla="*/ 252048 h 513305"/>
              <a:gd name="connsiteX7" fmla="*/ 1480457 w 1484576"/>
              <a:gd name="connsiteY7" fmla="*/ 295591 h 513305"/>
              <a:gd name="connsiteX8" fmla="*/ 1335314 w 1484576"/>
              <a:gd name="connsiteY8" fmla="*/ 324619 h 513305"/>
              <a:gd name="connsiteX9" fmla="*/ 1277257 w 1484576"/>
              <a:gd name="connsiteY9" fmla="*/ 339134 h 513305"/>
              <a:gd name="connsiteX10" fmla="*/ 1132114 w 1484576"/>
              <a:gd name="connsiteY10" fmla="*/ 469762 h 513305"/>
              <a:gd name="connsiteX11" fmla="*/ 1103085 w 1484576"/>
              <a:gd name="connsiteY11" fmla="*/ 513305 h 513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4576" h="513305">
                <a:moveTo>
                  <a:pt x="0" y="223019"/>
                </a:moveTo>
                <a:lnTo>
                  <a:pt x="1117600" y="237534"/>
                </a:lnTo>
                <a:cubicBezTo>
                  <a:pt x="1181665" y="239007"/>
                  <a:pt x="1295607" y="256743"/>
                  <a:pt x="1364343" y="266562"/>
                </a:cubicBezTo>
                <a:cubicBezTo>
                  <a:pt x="1378857" y="252048"/>
                  <a:pt x="1421026" y="238788"/>
                  <a:pt x="1407885" y="223019"/>
                </a:cubicBezTo>
                <a:cubicBezTo>
                  <a:pt x="1358913" y="164253"/>
                  <a:pt x="1277281" y="142174"/>
                  <a:pt x="1219200" y="92391"/>
                </a:cubicBezTo>
                <a:cubicBezTo>
                  <a:pt x="1035412" y="-65142"/>
                  <a:pt x="1090465" y="-14679"/>
                  <a:pt x="1364343" y="193991"/>
                </a:cubicBezTo>
                <a:cubicBezTo>
                  <a:pt x="1432687" y="246063"/>
                  <a:pt x="1400686" y="230296"/>
                  <a:pt x="1465943" y="252048"/>
                </a:cubicBezTo>
                <a:cubicBezTo>
                  <a:pt x="1470781" y="266562"/>
                  <a:pt x="1493831" y="288161"/>
                  <a:pt x="1480457" y="295591"/>
                </a:cubicBezTo>
                <a:cubicBezTo>
                  <a:pt x="1437327" y="319552"/>
                  <a:pt x="1383558" y="314281"/>
                  <a:pt x="1335314" y="324619"/>
                </a:cubicBezTo>
                <a:cubicBezTo>
                  <a:pt x="1315809" y="328799"/>
                  <a:pt x="1296609" y="334296"/>
                  <a:pt x="1277257" y="339134"/>
                </a:cubicBezTo>
                <a:cubicBezTo>
                  <a:pt x="1213617" y="390046"/>
                  <a:pt x="1187227" y="406776"/>
                  <a:pt x="1132114" y="469762"/>
                </a:cubicBezTo>
                <a:cubicBezTo>
                  <a:pt x="1120627" y="482890"/>
                  <a:pt x="1112761" y="498791"/>
                  <a:pt x="1103085" y="513305"/>
                </a:cubicBezTo>
              </a:path>
            </a:pathLst>
          </a:cu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BCB7D0-A8B2-0058-9079-A478BAAECA4B}"/>
              </a:ext>
            </a:extLst>
          </p:cNvPr>
          <p:cNvSpPr txBox="1"/>
          <p:nvPr/>
        </p:nvSpPr>
        <p:spPr>
          <a:xfrm>
            <a:off x="500915" y="5138057"/>
            <a:ext cx="11139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Here, the variable is </a:t>
            </a:r>
            <a:r>
              <a:rPr lang="en-US" sz="32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My_Favourite_Song</a:t>
            </a:r>
            <a:r>
              <a:rPr lang="en-US" sz="3200" dirty="0"/>
              <a:t>, its value is </a:t>
            </a:r>
            <a:r>
              <a:rPr lang="nl-NL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"Beethoven - Symphony No. 9 in D minor, Op. 125"</a:t>
            </a:r>
            <a:r>
              <a:rPr lang="en-US" sz="3200" dirty="0"/>
              <a:t>, and its datatype is </a:t>
            </a:r>
            <a:r>
              <a:rPr lang="en-US" sz="3200" b="1" dirty="0">
                <a:solidFill>
                  <a:schemeClr val="tx1">
                    <a:lumMod val="75000"/>
                  </a:schemeClr>
                </a:solidFill>
              </a:rPr>
              <a:t>str </a:t>
            </a:r>
            <a:r>
              <a:rPr lang="en-US" sz="3200" dirty="0"/>
              <a:t>:3</a:t>
            </a:r>
            <a:endParaRPr lang="en-US" sz="32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585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281A-4B18-1248-6432-E80C6E9E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BE6D9C-2EF8-EF11-589D-4FEFA56DC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2800"/>
            <a:ext cx="11078029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result of operations in Python depends on:</a:t>
            </a:r>
          </a:p>
        </p:txBody>
      </p:sp>
    </p:spTree>
    <p:extLst>
      <p:ext uri="{BB962C8B-B14F-4D97-AF65-F5344CB8AC3E}">
        <p14:creationId xmlns:p14="http://schemas.microsoft.com/office/powerpoint/2010/main" val="1739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3290-B08F-0260-DBFF-76F59200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77CD4A-145B-7C4F-93FD-94D71553D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2800"/>
            <a:ext cx="11078029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result of operations in Python depends on:</a:t>
            </a:r>
          </a:p>
          <a:p>
            <a:pPr marL="0" indent="0">
              <a:buNone/>
            </a:pPr>
            <a:r>
              <a:rPr lang="en-US" dirty="0"/>
              <a:t>	* The operators that we use (*, /, ==, /=, +, %...)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54455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3B3B-AE1E-CB95-A896-4C4CEEC9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8AC5CC-11D3-91D3-17EE-B53B5C7CD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2800"/>
            <a:ext cx="11078029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result of operations in Python depends on:</a:t>
            </a:r>
          </a:p>
          <a:p>
            <a:pPr marL="0" indent="0">
              <a:buNone/>
            </a:pPr>
            <a:r>
              <a:rPr lang="en-US" dirty="0"/>
              <a:t>	* The operators that we use (*, /, ==, /=, +, %...)</a:t>
            </a:r>
          </a:p>
          <a:p>
            <a:pPr marL="0" indent="0">
              <a:buNone/>
            </a:pPr>
            <a:r>
              <a:rPr lang="en-US" dirty="0"/>
              <a:t>	* The datatypes of the variables that we use (int, float, str, bool…)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11682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0B53-4F70-428F-A4E9-304EA1AC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097C6F-DD7A-5E8F-573A-D8CD589D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2800"/>
            <a:ext cx="11078029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result of operations in Python depends on:</a:t>
            </a:r>
          </a:p>
          <a:p>
            <a:pPr marL="0" indent="0">
              <a:buNone/>
            </a:pPr>
            <a:r>
              <a:rPr lang="en-US" dirty="0"/>
              <a:t>	* The operators that we use (*, /, ==, /=, +, %...)</a:t>
            </a:r>
          </a:p>
          <a:p>
            <a:pPr marL="0" indent="0">
              <a:buNone/>
            </a:pPr>
            <a:r>
              <a:rPr lang="en-US" dirty="0"/>
              <a:t>	* The datatypes of the variables that we use (int, float, str, bool…)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sz="1600" b="1" dirty="0"/>
              <a:t>💖</a:t>
            </a:r>
            <a:r>
              <a:rPr lang="en-US" dirty="0"/>
              <a:t>) Try </a:t>
            </a:r>
            <a:r>
              <a:rPr lang="en-US" dirty="0">
                <a:solidFill>
                  <a:schemeClr val="tx2"/>
                </a:solidFill>
              </a:rPr>
              <a:t>print("I love " + "learning Python")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087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A6AB-25BD-18C8-0601-451F04C6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282E5B-A359-894F-118D-E602FEEC5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12800"/>
            <a:ext cx="11078029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result of operations in Python depends on:</a:t>
            </a:r>
          </a:p>
          <a:p>
            <a:pPr marL="0" indent="0">
              <a:buNone/>
            </a:pPr>
            <a:r>
              <a:rPr lang="en-US" dirty="0"/>
              <a:t>	* The operators that we use (*, /, ==, /=, +, %...)</a:t>
            </a:r>
          </a:p>
          <a:p>
            <a:pPr marL="0" indent="0">
              <a:buNone/>
            </a:pPr>
            <a:r>
              <a:rPr lang="en-US" dirty="0"/>
              <a:t>	* The datatypes of the variables that we use (int, float, str, bool…)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sz="1600" b="1" dirty="0"/>
              <a:t>💖</a:t>
            </a:r>
            <a:r>
              <a:rPr lang="en-US" dirty="0"/>
              <a:t>) Try </a:t>
            </a:r>
            <a:r>
              <a:rPr lang="en-US" dirty="0">
                <a:solidFill>
                  <a:schemeClr val="tx2"/>
                </a:solidFill>
              </a:rPr>
              <a:t>print("I love " + "learning Python")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sz="1600" dirty="0"/>
              <a:t>✨</a:t>
            </a:r>
            <a:r>
              <a:rPr lang="en-US" dirty="0"/>
              <a:t>) Try </a:t>
            </a:r>
            <a:r>
              <a:rPr lang="en-US" dirty="0">
                <a:solidFill>
                  <a:schemeClr val="tx2"/>
                </a:solidFill>
              </a:rPr>
              <a:t>print("2 + 3")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sz="1600" dirty="0"/>
              <a:t>✨</a:t>
            </a:r>
            <a:r>
              <a:rPr lang="en-US" dirty="0"/>
              <a:t>) Try </a:t>
            </a:r>
            <a:r>
              <a:rPr lang="en-US" dirty="0">
                <a:solidFill>
                  <a:schemeClr val="tx2"/>
                </a:solidFill>
              </a:rPr>
              <a:t>print(2 + 3)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95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60A6B2D5-E4F7-1517-C50E-DD07EDB08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EB6804E-087E-B825-BAC8-F043DDC73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45019" y="3044109"/>
            <a:ext cx="899429" cy="8567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4499394-5C21-064C-772C-BFDD62D71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47554" y="3022405"/>
            <a:ext cx="899429" cy="8567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F2AB8E0-E8B8-E56D-240F-6F5A8E6AD2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836" y="4529874"/>
            <a:ext cx="1561961" cy="191819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DFE1647-260E-9A5B-F9EA-0790B0798A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9932" y="4475403"/>
            <a:ext cx="1272286" cy="180189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06A62E-7252-938C-3C52-30E1CF8903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924" y="314599"/>
            <a:ext cx="2661524" cy="2216669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9F8ADD33-5DD5-2E94-D7D3-50D7B0CAE613}"/>
              </a:ext>
            </a:extLst>
          </p:cNvPr>
          <p:cNvSpPr/>
          <p:nvPr/>
        </p:nvSpPr>
        <p:spPr>
          <a:xfrm>
            <a:off x="2994909" y="2919618"/>
            <a:ext cx="620218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8575">
                  <a:solidFill>
                    <a:sysClr val="windowText" lastClr="000000"/>
                  </a:solidFill>
                </a:ln>
                <a:solidFill>
                  <a:srgbClr val="00E2E2"/>
                </a:solidFill>
              </a:rPr>
              <a:t>QUIZ TIME</a:t>
            </a:r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rgbClr val="00E2E2"/>
                </a:solidFill>
              </a:rPr>
              <a:t>E</a:t>
            </a:r>
            <a:r>
              <a:rPr lang="en-US" sz="4800" b="1" dirty="0">
                <a:ln w="28575">
                  <a:solidFill>
                    <a:sysClr val="windowText" lastClr="000000"/>
                  </a:solidFill>
                </a:ln>
                <a:solidFill>
                  <a:srgbClr val="00E2E2"/>
                </a:solidFill>
              </a:rPr>
              <a:t>E</a:t>
            </a:r>
            <a:r>
              <a:rPr lang="en-US" sz="3600" b="1" dirty="0">
                <a:ln w="19050">
                  <a:solidFill>
                    <a:sysClr val="windowText" lastClr="000000"/>
                  </a:solidFill>
                </a:ln>
                <a:solidFill>
                  <a:srgbClr val="00E2E2"/>
                </a:solidFill>
              </a:rPr>
              <a:t>E</a:t>
            </a:r>
            <a:r>
              <a:rPr lang="en-US" sz="2000" b="1" dirty="0">
                <a:ln w="9525">
                  <a:solidFill>
                    <a:sysClr val="windowText" lastClr="000000"/>
                  </a:solidFill>
                </a:ln>
                <a:solidFill>
                  <a:srgbClr val="00E2E2"/>
                </a:solidFill>
              </a:rPr>
              <a:t>E</a:t>
            </a:r>
            <a:r>
              <a:rPr lang="en-US" sz="1200" b="1" dirty="0">
                <a:ln w="3175">
                  <a:solidFill>
                    <a:sysClr val="windowText" lastClr="000000"/>
                  </a:solidFill>
                </a:ln>
                <a:solidFill>
                  <a:srgbClr val="00E2E2"/>
                </a:solidFill>
              </a:rPr>
              <a:t>E</a:t>
            </a:r>
            <a:endParaRPr lang="en-US" sz="1200" b="0" cap="none" spc="0" dirty="0">
              <a:ln w="3175">
                <a:solidFill>
                  <a:sysClr val="windowText" lastClr="000000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8649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925820-AF71-D888-FC1E-7CE38760A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71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What is an int?</a:t>
            </a:r>
          </a:p>
          <a:p>
            <a:pPr marL="0" indent="0">
              <a:buNone/>
            </a:pPr>
            <a:r>
              <a:rPr lang="en-US" dirty="0"/>
              <a:t>What is a float?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datatype is True?</a:t>
            </a:r>
          </a:p>
          <a:p>
            <a:pPr marL="0" indent="0">
              <a:buNone/>
            </a:pPr>
            <a:r>
              <a:rPr lang="en-US" dirty="0"/>
              <a:t>What datatype is “False”?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I write 5 == 2 * 3 in Python, what happens?</a:t>
            </a:r>
          </a:p>
          <a:p>
            <a:pPr marL="0" indent="0">
              <a:buNone/>
            </a:pPr>
            <a:r>
              <a:rPr lang="en-US" dirty="0"/>
              <a:t>If I write 5 == “2 * 3” in Python, what happens? Why?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I write “python ” * “3” in Python, what happens?</a:t>
            </a:r>
          </a:p>
          <a:p>
            <a:pPr marL="0" indent="0">
              <a:buNone/>
            </a:pPr>
            <a:r>
              <a:rPr lang="en-US" dirty="0"/>
              <a:t>If I write “python ” * “python” in Python, what happens? Why?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34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06B1-A4EA-BB81-02EC-6C6C0074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BD4E91E-73CF-56D8-B12E-AA3F7AF6189D}"/>
              </a:ext>
            </a:extLst>
          </p:cNvPr>
          <p:cNvSpPr txBox="1"/>
          <p:nvPr/>
        </p:nvSpPr>
        <p:spPr>
          <a:xfrm>
            <a:off x="326571" y="2644170"/>
            <a:ext cx="11538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9600" dirty="0"/>
              <a:t>What is an </a:t>
            </a:r>
            <a:r>
              <a:rPr lang="en-US" sz="9600" b="1" dirty="0">
                <a:solidFill>
                  <a:schemeClr val="tx2"/>
                </a:solidFill>
              </a:rPr>
              <a:t>int</a:t>
            </a:r>
            <a:r>
              <a:rPr lang="en-US" sz="9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8964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AB856E2-6934-16D4-5E33-B956B19A8C9F}"/>
              </a:ext>
            </a:extLst>
          </p:cNvPr>
          <p:cNvSpPr txBox="1"/>
          <p:nvPr/>
        </p:nvSpPr>
        <p:spPr>
          <a:xfrm>
            <a:off x="326571" y="2644170"/>
            <a:ext cx="11538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9600" dirty="0"/>
              <a:t>What is a </a:t>
            </a:r>
            <a:r>
              <a:rPr lang="en-US" sz="9600" b="1" dirty="0">
                <a:solidFill>
                  <a:schemeClr val="tx2"/>
                </a:solidFill>
              </a:rPr>
              <a:t>float</a:t>
            </a:r>
            <a:r>
              <a:rPr lang="en-US" sz="9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5630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A593-AA4F-C575-2D35-8BECFD46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C0D1270-BF95-1AE2-96DB-D10A9FFF8B77}"/>
              </a:ext>
            </a:extLst>
          </p:cNvPr>
          <p:cNvSpPr txBox="1"/>
          <p:nvPr/>
        </p:nvSpPr>
        <p:spPr>
          <a:xfrm>
            <a:off x="326571" y="2644170"/>
            <a:ext cx="115388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7200" dirty="0"/>
              <a:t>What datatype is </a:t>
            </a:r>
            <a:r>
              <a:rPr lang="en-US" sz="7200" b="1" dirty="0">
                <a:solidFill>
                  <a:srgbClr val="F5B9FF"/>
                </a:solidFill>
              </a:rPr>
              <a:t>True</a:t>
            </a:r>
            <a:r>
              <a:rPr lang="en-US" sz="7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55724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3024-6540-49EE-5B75-7C3E50E50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CB53EEA-AB3B-B9A8-C4C8-A24B64D525CD}"/>
              </a:ext>
            </a:extLst>
          </p:cNvPr>
          <p:cNvSpPr txBox="1"/>
          <p:nvPr/>
        </p:nvSpPr>
        <p:spPr>
          <a:xfrm>
            <a:off x="326571" y="2644170"/>
            <a:ext cx="115388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7200" dirty="0"/>
              <a:t>What datatype is </a:t>
            </a:r>
            <a:r>
              <a:rPr lang="en-US" sz="7200" b="1" dirty="0">
                <a:solidFill>
                  <a:srgbClr val="F5B9FF"/>
                </a:solidFill>
              </a:rPr>
              <a:t>“False”</a:t>
            </a:r>
            <a:r>
              <a:rPr lang="en-US" sz="7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3019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CF8E3-776C-457D-D0BC-001E01CE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8D172C-0ECD-88E6-E7A0-C7CF11ECEC93}"/>
              </a:ext>
            </a:extLst>
          </p:cNvPr>
          <p:cNvSpPr txBox="1"/>
          <p:nvPr/>
        </p:nvSpPr>
        <p:spPr>
          <a:xfrm>
            <a:off x="341085" y="2890391"/>
            <a:ext cx="11509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If I write </a:t>
            </a:r>
            <a:r>
              <a:rPr lang="en-US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print(6 == 2 * 3)</a:t>
            </a:r>
            <a:r>
              <a:rPr lang="en-US" sz="4000" dirty="0"/>
              <a:t> in Python,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what happens? Why?</a:t>
            </a:r>
          </a:p>
        </p:txBody>
      </p:sp>
    </p:spTree>
    <p:extLst>
      <p:ext uri="{BB962C8B-B14F-4D97-AF65-F5344CB8AC3E}">
        <p14:creationId xmlns:p14="http://schemas.microsoft.com/office/powerpoint/2010/main" val="2233681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D1CF3-A8E8-5E0C-3E2B-0AA25FD3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ED1ED8-8C12-E66F-575E-8DEF81C7BF49}"/>
              </a:ext>
            </a:extLst>
          </p:cNvPr>
          <p:cNvSpPr txBox="1"/>
          <p:nvPr/>
        </p:nvSpPr>
        <p:spPr>
          <a:xfrm>
            <a:off x="341085" y="2890391"/>
            <a:ext cx="11509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If I write </a:t>
            </a:r>
            <a:r>
              <a:rPr lang="en-US" sz="4000" b="1" dirty="0">
                <a:solidFill>
                  <a:srgbClr val="FF7575"/>
                </a:solidFill>
              </a:rPr>
              <a:t>print(6 == “2 * 3”) </a:t>
            </a:r>
            <a:r>
              <a:rPr lang="en-US" sz="4000" dirty="0"/>
              <a:t>in Python,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what happens? </a:t>
            </a:r>
            <a:r>
              <a:rPr lang="en-US" sz="3200" dirty="0">
                <a:solidFill>
                  <a:srgbClr val="FF0000"/>
                </a:solidFill>
              </a:rPr>
              <a:t>Why?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8254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73598-540F-5564-FA42-14F51FED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8749A9B-E297-E4D2-CC9C-1C8772C835AE}"/>
              </a:ext>
            </a:extLst>
          </p:cNvPr>
          <p:cNvSpPr txBox="1"/>
          <p:nvPr/>
        </p:nvSpPr>
        <p:spPr>
          <a:xfrm>
            <a:off x="341085" y="2890391"/>
            <a:ext cx="11509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If I write </a:t>
            </a:r>
            <a:r>
              <a:rPr lang="en-US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print(“6 == 2 * 3”)</a:t>
            </a:r>
            <a:r>
              <a:rPr lang="en-US" sz="4000" dirty="0"/>
              <a:t> in Python,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what happens? </a:t>
            </a:r>
            <a:r>
              <a:rPr lang="en-US" sz="3200" dirty="0">
                <a:solidFill>
                  <a:srgbClr val="FF0000"/>
                </a:solidFill>
              </a:rPr>
              <a:t>Why?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325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CE09EF2-83BB-7841-C11B-BD073F6DC56D}"/>
              </a:ext>
            </a:extLst>
          </p:cNvPr>
          <p:cNvSpPr txBox="1"/>
          <p:nvPr/>
        </p:nvSpPr>
        <p:spPr>
          <a:xfrm>
            <a:off x="341085" y="2890391"/>
            <a:ext cx="11509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If I write </a:t>
            </a:r>
            <a:r>
              <a:rPr lang="en-US" sz="4000" b="1" dirty="0">
                <a:solidFill>
                  <a:srgbClr val="89FF89"/>
                </a:solidFill>
              </a:rPr>
              <a:t>“python ” * 3</a:t>
            </a:r>
            <a:r>
              <a:rPr lang="en-US" sz="3200" b="1" dirty="0">
                <a:solidFill>
                  <a:srgbClr val="FF7575"/>
                </a:solidFill>
              </a:rPr>
              <a:t> </a:t>
            </a:r>
            <a:r>
              <a:rPr lang="en-US" sz="3200" dirty="0"/>
              <a:t>in Python,</a:t>
            </a:r>
          </a:p>
          <a:p>
            <a:pPr marL="0" indent="0" algn="ctr">
              <a:buNone/>
            </a:pPr>
            <a:r>
              <a:rPr lang="en-US" sz="3200" dirty="0"/>
              <a:t>what happens? Why?</a:t>
            </a:r>
            <a:endParaRPr lang="en-US" sz="3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9506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CE50-F6BE-47C2-22F1-FA992FFF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C085122-42C2-B50D-0EB6-76BD31F21451}"/>
              </a:ext>
            </a:extLst>
          </p:cNvPr>
          <p:cNvSpPr txBox="1"/>
          <p:nvPr/>
        </p:nvSpPr>
        <p:spPr>
          <a:xfrm>
            <a:off x="341085" y="2890391"/>
            <a:ext cx="11509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If I write </a:t>
            </a:r>
            <a:r>
              <a:rPr lang="en-US" sz="4000" b="1" dirty="0">
                <a:solidFill>
                  <a:srgbClr val="FF7575"/>
                </a:solidFill>
              </a:rPr>
              <a:t>“python ” * “python”</a:t>
            </a:r>
            <a:r>
              <a:rPr lang="en-US" sz="3200" b="1" dirty="0">
                <a:solidFill>
                  <a:srgbClr val="FF7575"/>
                </a:solidFill>
              </a:rPr>
              <a:t> </a:t>
            </a:r>
            <a:r>
              <a:rPr lang="en-US" sz="3200" dirty="0"/>
              <a:t>in Python,</a:t>
            </a:r>
          </a:p>
          <a:p>
            <a:pPr marL="0" indent="0" algn="ctr">
              <a:buNone/>
            </a:pPr>
            <a:r>
              <a:rPr lang="en-US" sz="3200" dirty="0"/>
              <a:t>what happens? </a:t>
            </a:r>
            <a:r>
              <a:rPr lang="en-US" sz="3200" i="1" dirty="0">
                <a:solidFill>
                  <a:srgbClr val="FF0000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41137633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46D8B-6D8C-724E-7133-5D0FF71E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Conclusion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A58AC0-E2CE-AD22-7E15-9DA659059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35139"/>
            <a:ext cx="9905999" cy="43414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500" dirty="0"/>
              <a:t>Today we learnt about:</a:t>
            </a:r>
          </a:p>
          <a:p>
            <a:pPr lvl="1"/>
            <a:r>
              <a:rPr lang="en-US" sz="3100" dirty="0"/>
              <a:t>Operators: +, -, *, /, =, ==, /=, …</a:t>
            </a:r>
          </a:p>
          <a:p>
            <a:pPr lvl="1"/>
            <a:r>
              <a:rPr lang="en-US" sz="3100" dirty="0"/>
              <a:t>Datatypes: int, float, bool, str, …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300" dirty="0"/>
              <a:t>See you next time! </a:t>
            </a:r>
            <a:r>
              <a:rPr lang="en-US" sz="4300" dirty="0">
                <a:sym typeface="Wingdings" panose="05000000000000000000" pitchFamily="2" charset="2"/>
              </a:rPr>
              <a:t>:) </a:t>
            </a:r>
            <a:endParaRPr lang="en-US" sz="4300" dirty="0"/>
          </a:p>
        </p:txBody>
      </p:sp>
    </p:spTree>
    <p:extLst>
      <p:ext uri="{BB962C8B-B14F-4D97-AF65-F5344CB8AC3E}">
        <p14:creationId xmlns:p14="http://schemas.microsoft.com/office/powerpoint/2010/main" val="4035776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036BB88-F15D-97CC-0997-E48709D6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1"/>
            <a:ext cx="11093483" cy="342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14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422</TotalTime>
  <Words>1015</Words>
  <Application>Microsoft Office PowerPoint</Application>
  <PresentationFormat>Panorámica</PresentationFormat>
  <Paragraphs>190</Paragraphs>
  <Slides>47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2" baseType="lpstr">
      <vt:lpstr>Arial</vt:lpstr>
      <vt:lpstr>Consolas</vt:lpstr>
      <vt:lpstr>Tw Cen MT</vt:lpstr>
      <vt:lpstr>Wingdings</vt:lpstr>
      <vt:lpstr>Circuito</vt:lpstr>
      <vt:lpstr>Python</vt:lpstr>
      <vt:lpstr>Presentación de PowerPoint</vt:lpstr>
      <vt:lpstr>Datatypes</vt:lpstr>
      <vt:lpstr>Operations with INTEGERS</vt:lpstr>
      <vt:lpstr>Presentación de PowerPoint</vt:lpstr>
      <vt:lpstr>Presentación de PowerPoint</vt:lpstr>
      <vt:lpstr>Presentación de PowerPoint</vt:lpstr>
      <vt:lpstr>Presentación de PowerPoint</vt:lpstr>
      <vt:lpstr>BONUS !</vt:lpstr>
      <vt:lpstr>BONUS 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Operations with strings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145</cp:revision>
  <dcterms:created xsi:type="dcterms:W3CDTF">2025-02-11T17:59:18Z</dcterms:created>
  <dcterms:modified xsi:type="dcterms:W3CDTF">2025-02-12T01:01:18Z</dcterms:modified>
</cp:coreProperties>
</file>